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22"/>
  </p:notesMasterIdLst>
  <p:sldIdLst>
    <p:sldId id="256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72" r:id="rId10"/>
    <p:sldId id="279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91" r:id="rId19"/>
    <p:sldId id="261" r:id="rId20"/>
    <p:sldId id="259" r:id="rId21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23"/>
      <p:bold r:id="rId24"/>
      <p:italic r:id="rId25"/>
      <p:boldItalic r:id="rId26"/>
    </p:embeddedFont>
    <p:embeddedFont>
      <p:font typeface="IBM Plex Sans Light" panose="020B0403050203000203" pitchFamily="34" charset="0"/>
      <p:regular r:id="rId27"/>
      <p:bold r:id="rId28"/>
      <p:italic r:id="rId29"/>
      <p:boldItalic r:id="rId30"/>
    </p:embeddedFont>
    <p:embeddedFont>
      <p:font typeface="Merriweather" pitchFamily="2" charset="77"/>
      <p:regular r:id="rId31"/>
      <p:bold r:id="rId32"/>
      <p:italic r:id="rId33"/>
      <p:boldItalic r:id="rId34"/>
    </p:embeddedFont>
    <p:embeddedFont>
      <p:font typeface="Tw Cen MT" panose="020B0602020104020603" pitchFamily="34" charset="77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8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3DE01E-45EE-4B1A-B4AA-23BBC71A313A}">
  <a:tblStyle styleId="{083DE01E-45EE-4B1A-B4AA-23BBC71A31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044576A-F971-4820-8222-A4C219A6C28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25"/>
    <p:restoredTop sz="94721"/>
  </p:normalViewPr>
  <p:slideViewPr>
    <p:cSldViewPr snapToGrid="0">
      <p:cViewPr>
        <p:scale>
          <a:sx n="107" d="100"/>
          <a:sy n="107" d="100"/>
        </p:scale>
        <p:origin x="78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a2d39f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aa2d39f4c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aa2d39f4c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aa2d39f4c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aa2d39f4c1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aa2d39f4c1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aa2d39f4c1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aa2d39f4c1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aa2d39f4c1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aa2d39f4c1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aa2d39f4c1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aa2d39f4c1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aa2d39f4c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aa2d39f4c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-12200"/>
            <a:ext cx="6041075" cy="5166925"/>
          </a:xfrm>
          <a:custGeom>
            <a:avLst/>
            <a:gdLst/>
            <a:ahLst/>
            <a:cxnLst/>
            <a:rect l="l" t="t" r="r" b="b"/>
            <a:pathLst>
              <a:path w="241643" h="206677" extrusionOk="0">
                <a:moveTo>
                  <a:pt x="126321" y="206677"/>
                </a:moveTo>
                <a:lnTo>
                  <a:pt x="241643" y="0"/>
                </a:lnTo>
                <a:lnTo>
                  <a:pt x="0" y="0"/>
                </a:lnTo>
                <a:lnTo>
                  <a:pt x="0" y="206677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2518391" y="1589650"/>
            <a:ext cx="3331800" cy="3553800"/>
          </a:xfrm>
          <a:prstGeom prst="parallelogram">
            <a:avLst>
              <a:gd name="adj" fmla="val 59001"/>
            </a:avLst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701476" y="0"/>
            <a:ext cx="3331800" cy="3553800"/>
          </a:xfrm>
          <a:prstGeom prst="parallelogram">
            <a:avLst>
              <a:gd name="adj" fmla="val 59001"/>
            </a:avLst>
          </a:prstGeom>
          <a:gradFill>
            <a:gsLst>
              <a:gs pos="0">
                <a:schemeClr val="accent1"/>
              </a:gs>
              <a:gs pos="100000">
                <a:srgbClr val="02C1D3">
                  <a:alpha val="3372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4466100" cy="285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-847116" y="534075"/>
            <a:ext cx="10543642" cy="3440047"/>
            <a:chOff x="-847116" y="591225"/>
            <a:chExt cx="10543642" cy="3440047"/>
          </a:xfrm>
        </p:grpSpPr>
        <p:sp>
          <p:nvSpPr>
            <p:cNvPr id="16" name="Google Shape;16;p3"/>
            <p:cNvSpPr/>
            <p:nvPr/>
          </p:nvSpPr>
          <p:spPr>
            <a:xfrm>
              <a:off x="278002" y="1752528"/>
              <a:ext cx="7944569" cy="1803781"/>
            </a:xfrm>
            <a:prstGeom prst="parallelogram">
              <a:avLst>
                <a:gd name="adj" fmla="val 5499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-847116" y="2227372"/>
              <a:ext cx="1691400" cy="1803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7113129" y="1325881"/>
              <a:ext cx="1691507" cy="1803781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175747" y="1165593"/>
              <a:ext cx="2241448" cy="2390699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384968" y="591225"/>
              <a:ext cx="943237" cy="1006433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7442811" y="2959969"/>
              <a:ext cx="559354" cy="59633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8354027" y="961274"/>
              <a:ext cx="1342500" cy="14316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1790700" y="2099613"/>
            <a:ext cx="5562600" cy="5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90700" y="2778688"/>
            <a:ext cx="5562600" cy="2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-313691" y="-18375"/>
            <a:ext cx="7510983" cy="1637005"/>
            <a:chOff x="-313691" y="-18375"/>
            <a:chExt cx="7510983" cy="1637005"/>
          </a:xfrm>
        </p:grpSpPr>
        <p:sp>
          <p:nvSpPr>
            <p:cNvPr id="39" name="Google Shape;39;p5"/>
            <p:cNvSpPr/>
            <p:nvPr/>
          </p:nvSpPr>
          <p:spPr>
            <a:xfrm>
              <a:off x="256376" y="499825"/>
              <a:ext cx="6692400" cy="804900"/>
            </a:xfrm>
            <a:prstGeom prst="parallelogram">
              <a:avLst>
                <a:gd name="adj" fmla="val 5499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6442492" y="30945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6589606" y="1038628"/>
              <a:ext cx="249600" cy="266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5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46" name="Google Shape;46;p5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5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6999600" cy="29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╺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╺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╺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-7800" y="-12200"/>
            <a:ext cx="6248300" cy="5166925"/>
          </a:xfrm>
          <a:custGeom>
            <a:avLst/>
            <a:gdLst/>
            <a:ahLst/>
            <a:cxnLst/>
            <a:rect l="l" t="t" r="r" b="b"/>
            <a:pathLst>
              <a:path w="249932" h="206677" extrusionOk="0">
                <a:moveTo>
                  <a:pt x="134610" y="206677"/>
                </a:moveTo>
                <a:lnTo>
                  <a:pt x="249932" y="0"/>
                </a:lnTo>
                <a:lnTo>
                  <a:pt x="312" y="176"/>
                </a:lnTo>
                <a:lnTo>
                  <a:pt x="0" y="20654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grpSp>
        <p:nvGrpSpPr>
          <p:cNvPr id="53" name="Google Shape;53;p6"/>
          <p:cNvGrpSpPr/>
          <p:nvPr/>
        </p:nvGrpSpPr>
        <p:grpSpPr>
          <a:xfrm>
            <a:off x="-313691" y="-18375"/>
            <a:ext cx="6268866" cy="1637005"/>
            <a:chOff x="-313691" y="-18375"/>
            <a:chExt cx="6268866" cy="1637005"/>
          </a:xfrm>
        </p:grpSpPr>
        <p:sp>
          <p:nvSpPr>
            <p:cNvPr id="54" name="Google Shape;54;p6"/>
            <p:cNvSpPr/>
            <p:nvPr/>
          </p:nvSpPr>
          <p:spPr>
            <a:xfrm>
              <a:off x="256375" y="499825"/>
              <a:ext cx="5698800" cy="804900"/>
            </a:xfrm>
            <a:prstGeom prst="parallelogram">
              <a:avLst>
                <a:gd name="adj" fmla="val 5499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58;p6"/>
          <p:cNvGrpSpPr/>
          <p:nvPr/>
        </p:nvGrpSpPr>
        <p:grpSpPr>
          <a:xfrm>
            <a:off x="8378663" y="3572732"/>
            <a:ext cx="1312359" cy="1570803"/>
            <a:chOff x="7485392" y="1755351"/>
            <a:chExt cx="2830800" cy="3388272"/>
          </a:xfrm>
        </p:grpSpPr>
        <p:sp>
          <p:nvSpPr>
            <p:cNvPr id="59" name="Google Shape;59;p6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6"/>
          <p:cNvSpPr/>
          <p:nvPr/>
        </p:nvSpPr>
        <p:spPr>
          <a:xfrm>
            <a:off x="3171580" y="2571750"/>
            <a:ext cx="1806600" cy="2582700"/>
          </a:xfrm>
          <a:prstGeom prst="parallelogram">
            <a:avLst>
              <a:gd name="adj" fmla="val 79448"/>
            </a:avLst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2918594" y="0"/>
            <a:ext cx="3321900" cy="4749900"/>
          </a:xfrm>
          <a:prstGeom prst="parallelogram">
            <a:avLst>
              <a:gd name="adj" fmla="val 79448"/>
            </a:avLst>
          </a:prstGeom>
          <a:gradFill>
            <a:gsLst>
              <a:gs pos="0">
                <a:schemeClr val="accent1"/>
              </a:gs>
              <a:gs pos="100000">
                <a:srgbClr val="02C1D3">
                  <a:alpha val="33725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39090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2480700" cy="29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╺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╺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╺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8694775" y="4749850"/>
            <a:ext cx="4494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7"/>
          <p:cNvGrpSpPr/>
          <p:nvPr/>
        </p:nvGrpSpPr>
        <p:grpSpPr>
          <a:xfrm>
            <a:off x="-313691" y="-18375"/>
            <a:ext cx="7510983" cy="1637005"/>
            <a:chOff x="-313691" y="-18375"/>
            <a:chExt cx="7510983" cy="1637005"/>
          </a:xfrm>
        </p:grpSpPr>
        <p:sp>
          <p:nvSpPr>
            <p:cNvPr id="68" name="Google Shape;68;p7"/>
            <p:cNvSpPr/>
            <p:nvPr/>
          </p:nvSpPr>
          <p:spPr>
            <a:xfrm>
              <a:off x="256376" y="499825"/>
              <a:ext cx="6692400" cy="804900"/>
            </a:xfrm>
            <a:prstGeom prst="parallelogram">
              <a:avLst>
                <a:gd name="adj" fmla="val 5499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6442492" y="30945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7"/>
            <p:cNvSpPr/>
            <p:nvPr/>
          </p:nvSpPr>
          <p:spPr>
            <a:xfrm>
              <a:off x="6589606" y="1038628"/>
              <a:ext cx="249600" cy="266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7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75" name="Google Shape;75;p7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7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▰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body" idx="2"/>
          </p:nvPr>
        </p:nvSpPr>
        <p:spPr>
          <a:xfrm>
            <a:off x="4650178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spcBef>
                <a:spcPts val="600"/>
              </a:spcBef>
              <a:spcAft>
                <a:spcPts val="0"/>
              </a:spcAft>
              <a:buSzPts val="2200"/>
              <a:buChar char="▰"/>
              <a:defRPr sz="2200"/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Char char="╺"/>
              <a:defRPr sz="2200"/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8"/>
          <p:cNvGrpSpPr/>
          <p:nvPr/>
        </p:nvGrpSpPr>
        <p:grpSpPr>
          <a:xfrm>
            <a:off x="-313691" y="-18375"/>
            <a:ext cx="7510983" cy="1637005"/>
            <a:chOff x="-313691" y="-18375"/>
            <a:chExt cx="7510983" cy="1637005"/>
          </a:xfrm>
        </p:grpSpPr>
        <p:sp>
          <p:nvSpPr>
            <p:cNvPr id="83" name="Google Shape;83;p8"/>
            <p:cNvSpPr/>
            <p:nvPr/>
          </p:nvSpPr>
          <p:spPr>
            <a:xfrm>
              <a:off x="256376" y="499825"/>
              <a:ext cx="6692400" cy="804900"/>
            </a:xfrm>
            <a:prstGeom prst="parallelogram">
              <a:avLst>
                <a:gd name="adj" fmla="val 5499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6442492" y="30945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589606" y="1038628"/>
              <a:ext cx="249600" cy="266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90" name="Google Shape;90;p8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8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8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body" idx="2"/>
          </p:nvPr>
        </p:nvSpPr>
        <p:spPr>
          <a:xfrm>
            <a:off x="3325823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95" name="Google Shape;95;p8"/>
          <p:cNvSpPr txBox="1">
            <a:spLocks noGrp="1"/>
          </p:cNvSpPr>
          <p:nvPr>
            <p:ph type="body" idx="3"/>
          </p:nvPr>
        </p:nvSpPr>
        <p:spPr>
          <a:xfrm>
            <a:off x="5737072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╺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96" name="Google Shape;96;p8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9"/>
          <p:cNvGrpSpPr/>
          <p:nvPr/>
        </p:nvGrpSpPr>
        <p:grpSpPr>
          <a:xfrm>
            <a:off x="-313691" y="-18375"/>
            <a:ext cx="7510983" cy="1637005"/>
            <a:chOff x="-313691" y="-18375"/>
            <a:chExt cx="7510983" cy="1637005"/>
          </a:xfrm>
        </p:grpSpPr>
        <p:sp>
          <p:nvSpPr>
            <p:cNvPr id="99" name="Google Shape;99;p9"/>
            <p:cNvSpPr/>
            <p:nvPr/>
          </p:nvSpPr>
          <p:spPr>
            <a:xfrm>
              <a:off x="256376" y="499825"/>
              <a:ext cx="6692400" cy="804900"/>
            </a:xfrm>
            <a:prstGeom prst="parallelogram">
              <a:avLst>
                <a:gd name="adj" fmla="val 5499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442492" y="30945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6589606" y="1038628"/>
              <a:ext cx="249600" cy="266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9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106" name="Google Shape;106;p9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ark">
  <p:cSld name="TITLE_ONLY_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5400012" scaled="0"/>
        </a:gra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0"/>
          <p:cNvGrpSpPr/>
          <p:nvPr/>
        </p:nvGrpSpPr>
        <p:grpSpPr>
          <a:xfrm>
            <a:off x="-313691" y="-18375"/>
            <a:ext cx="7510983" cy="1637005"/>
            <a:chOff x="-313691" y="-18375"/>
            <a:chExt cx="7510983" cy="1637005"/>
          </a:xfrm>
        </p:grpSpPr>
        <p:sp>
          <p:nvSpPr>
            <p:cNvPr id="112" name="Google Shape;112;p10"/>
            <p:cNvSpPr/>
            <p:nvPr/>
          </p:nvSpPr>
          <p:spPr>
            <a:xfrm>
              <a:off x="256376" y="499825"/>
              <a:ext cx="6692400" cy="804900"/>
            </a:xfrm>
            <a:prstGeom prst="parallelogram">
              <a:avLst>
                <a:gd name="adj" fmla="val 5499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6442492" y="30945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0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0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0"/>
            <p:cNvSpPr/>
            <p:nvPr/>
          </p:nvSpPr>
          <p:spPr>
            <a:xfrm>
              <a:off x="6589606" y="1038628"/>
              <a:ext cx="249600" cy="266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10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119" name="Google Shape;119;p10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" name="Google Shape;121;p10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White" type="blank">
  <p:cSld name="BLANK"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5" name="Google Shape;135;p12"/>
          <p:cNvGrpSpPr/>
          <p:nvPr/>
        </p:nvGrpSpPr>
        <p:grpSpPr>
          <a:xfrm>
            <a:off x="-313691" y="-18375"/>
            <a:ext cx="1367790" cy="1637005"/>
            <a:chOff x="-313691" y="-18375"/>
            <a:chExt cx="1367790" cy="1637005"/>
          </a:xfrm>
        </p:grpSpPr>
        <p:sp>
          <p:nvSpPr>
            <p:cNvPr id="136" name="Google Shape;136;p12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2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2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" name="Google Shape;139;p12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140" name="Google Shape;140;p12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2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Dark">
  <p:cSld name="BLANK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accent1"/>
                </a:solidFill>
              </a:defRPr>
            </a:lvl1pPr>
            <a:lvl2pPr lvl="1" rtl="0">
              <a:buNone/>
              <a:defRPr>
                <a:solidFill>
                  <a:schemeClr val="accent1"/>
                </a:solidFill>
              </a:defRPr>
            </a:lvl2pPr>
            <a:lvl3pPr lvl="2" rtl="0">
              <a:buNone/>
              <a:defRPr>
                <a:solidFill>
                  <a:schemeClr val="accent1"/>
                </a:solidFill>
              </a:defRPr>
            </a:lvl3pPr>
            <a:lvl4pPr lvl="3" rtl="0">
              <a:buNone/>
              <a:defRPr>
                <a:solidFill>
                  <a:schemeClr val="accent1"/>
                </a:solidFill>
              </a:defRPr>
            </a:lvl4pPr>
            <a:lvl5pPr lvl="4" rtl="0">
              <a:buNone/>
              <a:defRPr>
                <a:solidFill>
                  <a:schemeClr val="accent1"/>
                </a:solidFill>
              </a:defRPr>
            </a:lvl5pPr>
            <a:lvl6pPr lvl="5" rtl="0">
              <a:buNone/>
              <a:defRPr>
                <a:solidFill>
                  <a:schemeClr val="accent1"/>
                </a:solidFill>
              </a:defRPr>
            </a:lvl6pPr>
            <a:lvl7pPr lvl="6" rtl="0">
              <a:buNone/>
              <a:defRPr>
                <a:solidFill>
                  <a:schemeClr val="accent1"/>
                </a:solidFill>
              </a:defRPr>
            </a:lvl7pPr>
            <a:lvl8pPr lvl="7" rtl="0">
              <a:buNone/>
              <a:defRPr>
                <a:solidFill>
                  <a:schemeClr val="accent1"/>
                </a:solidFill>
              </a:defRPr>
            </a:lvl8pPr>
            <a:lvl9pPr lvl="8" rtl="0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44" name="Google Shape;144;p13"/>
          <p:cNvGrpSpPr/>
          <p:nvPr/>
        </p:nvGrpSpPr>
        <p:grpSpPr>
          <a:xfrm>
            <a:off x="-313691" y="-18375"/>
            <a:ext cx="1367790" cy="1637005"/>
            <a:chOff x="-313691" y="-18375"/>
            <a:chExt cx="1367790" cy="1637005"/>
          </a:xfrm>
        </p:grpSpPr>
        <p:sp>
          <p:nvSpPr>
            <p:cNvPr id="145" name="Google Shape;145;p13"/>
            <p:cNvSpPr/>
            <p:nvPr/>
          </p:nvSpPr>
          <p:spPr>
            <a:xfrm>
              <a:off x="-313691" y="813730"/>
              <a:ext cx="754800" cy="8049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53899" y="237925"/>
              <a:ext cx="1000200" cy="10668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304107" y="-18375"/>
              <a:ext cx="420900" cy="4491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" name="Google Shape;148;p13"/>
          <p:cNvGrpSpPr/>
          <p:nvPr/>
        </p:nvGrpSpPr>
        <p:grpSpPr>
          <a:xfrm>
            <a:off x="7485392" y="1755351"/>
            <a:ext cx="2830800" cy="3388272"/>
            <a:chOff x="7485392" y="1755351"/>
            <a:chExt cx="2830800" cy="3388272"/>
          </a:xfrm>
        </p:grpSpPr>
        <p:sp>
          <p:nvSpPr>
            <p:cNvPr id="149" name="Google Shape;149;p13"/>
            <p:cNvSpPr/>
            <p:nvPr/>
          </p:nvSpPr>
          <p:spPr>
            <a:xfrm>
              <a:off x="8005394" y="2926923"/>
              <a:ext cx="2078100" cy="22167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7485392" y="1755351"/>
              <a:ext cx="2830800" cy="3019200"/>
            </a:xfrm>
            <a:prstGeom prst="parallelogram">
              <a:avLst>
                <a:gd name="adj" fmla="val 59001"/>
              </a:avLst>
            </a:prstGeom>
            <a:gradFill>
              <a:gsLst>
                <a:gs pos="0">
                  <a:schemeClr val="accent1"/>
                </a:gs>
                <a:gs pos="100000">
                  <a:srgbClr val="02C1D3">
                    <a:alpha val="33725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Merriweather"/>
              <a:buNone/>
              <a:defRPr sz="2000" b="1">
                <a:solidFill>
                  <a:schemeClr val="accent5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6999600" cy="29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IBM Plex Sans Light"/>
              <a:buChar char="▰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IBM Plex Sans Light"/>
              <a:buChar char="╺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IBM Plex Sans Light"/>
              <a:buChar char="╺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╺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○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■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●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○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IBM Plex Sans Light"/>
              <a:buChar char="■"/>
              <a:defRPr sz="24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 rtl="0">
              <a:buNone/>
              <a:defRPr sz="12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5C290-BE46-E455-3C2F-68DAA8E6BA3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328991" y="4382017"/>
            <a:ext cx="662634" cy="67178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3B72A2-2AB4-1337-8210-4D54D1BDC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22" y="683173"/>
            <a:ext cx="2757561" cy="593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DE8DEC-64FA-3522-7915-BFDD1651F0A4}"/>
              </a:ext>
            </a:extLst>
          </p:cNvPr>
          <p:cNvSpPr txBox="1"/>
          <p:nvPr/>
        </p:nvSpPr>
        <p:spPr>
          <a:xfrm>
            <a:off x="522352" y="1261539"/>
            <a:ext cx="324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68EBF"/>
                </a:solidFill>
                <a:latin typeface="Tw Cen MT" panose="020B0602020104020603" pitchFamily="34" charset="77"/>
              </a:rPr>
              <a:t>ENTERPRISES LIMITED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17E71-2DB7-1214-6993-C0A9F28876E0}"/>
              </a:ext>
            </a:extLst>
          </p:cNvPr>
          <p:cNvSpPr txBox="1"/>
          <p:nvPr/>
        </p:nvSpPr>
        <p:spPr>
          <a:xfrm>
            <a:off x="522353" y="1629674"/>
            <a:ext cx="2992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68EBF"/>
                </a:solidFill>
                <a:latin typeface="Tw Cen MT" panose="020B0602020104020603" pitchFamily="34" charset="77"/>
              </a:rPr>
              <a:t>With Us… Life Always Gets Better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>
            <a:spLocks noGrp="1"/>
          </p:cNvSpPr>
          <p:nvPr>
            <p:ph type="ctrTitle" idx="4294967295"/>
          </p:nvPr>
        </p:nvSpPr>
        <p:spPr>
          <a:xfrm>
            <a:off x="1108800" y="1126150"/>
            <a:ext cx="40899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i="1" dirty="0">
                <a:solidFill>
                  <a:schemeClr val="accent1"/>
                </a:solidFill>
                <a:latin typeface="Tw Cen MT" panose="020B0602020104020603" pitchFamily="34" charset="77"/>
              </a:rPr>
              <a:t>ABOUT US</a:t>
            </a:r>
            <a:endParaRPr sz="6000" i="1" dirty="0">
              <a:solidFill>
                <a:schemeClr val="accent1"/>
              </a:solidFill>
              <a:latin typeface="Tw Cen MT" panose="020B0602020104020603" pitchFamily="34" charset="77"/>
            </a:endParaRPr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4294967295"/>
          </p:nvPr>
        </p:nvSpPr>
        <p:spPr>
          <a:xfrm>
            <a:off x="1108799" y="2285950"/>
            <a:ext cx="3671924" cy="20872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200" dirty="0"/>
              <a:t>Kiboko Enterprises Limited was incorporated in May 1992 as a privately held company under the esteemed Kiboko Group of Companies.</a:t>
            </a:r>
          </a:p>
          <a:p>
            <a:r>
              <a:rPr lang="en-US" sz="1200" dirty="0"/>
              <a:t>The company has undergone a remarkable transformation, evolving from a modest trading entity specializing in roofing sheets to a prominent import and distribution powerhouse of general merchandise. Current annual turnover exceeds USD 20 million.</a:t>
            </a:r>
          </a:p>
        </p:txBody>
      </p:sp>
      <p:sp>
        <p:nvSpPr>
          <p:cNvPr id="173" name="Google Shape;173;p17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3">
            <a:alphaModFix/>
          </a:blip>
          <a:srcRect l="5198" r="5198"/>
          <a:stretch/>
        </p:blipFill>
        <p:spPr>
          <a:xfrm>
            <a:off x="4183625" y="1764525"/>
            <a:ext cx="4579500" cy="3379200"/>
          </a:xfrm>
          <a:prstGeom prst="parallelogram">
            <a:avLst>
              <a:gd name="adj" fmla="val 5592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##############################################################################</a:t>
            </a:r>
          </a:p>
        </p:txBody>
      </p:sp>
      <p:sp>
        <p:nvSpPr>
          <p:cNvPr id="219" name="Google Shape;219;p22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You can also split your content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220" name="Google Shape;220;p22"/>
          <p:cNvSpPr txBox="1">
            <a:spLocks noGrp="1"/>
          </p:cNvSpPr>
          <p:nvPr>
            <p:ph type="body" idx="2"/>
          </p:nvPr>
        </p:nvSpPr>
        <p:spPr>
          <a:xfrm>
            <a:off x="4650178" y="1584425"/>
            <a:ext cx="32640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None/>
            </a:pPr>
            <a:r>
              <a:rPr lang="en" dirty="0"/>
              <a:t>##############################################################################</a:t>
            </a:r>
          </a:p>
        </p:txBody>
      </p:sp>
      <p:sp>
        <p:nvSpPr>
          <p:cNvPr id="221" name="Google Shape;221;p22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In two or three columns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227" name="Google Shape;227;p23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#######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##############################################################################</a:t>
            </a:r>
            <a:endParaRPr dirty="0"/>
          </a:p>
        </p:txBody>
      </p:sp>
      <p:sp>
        <p:nvSpPr>
          <p:cNvPr id="228" name="Google Shape;228;p23"/>
          <p:cNvSpPr txBox="1">
            <a:spLocks noGrp="1"/>
          </p:cNvSpPr>
          <p:nvPr>
            <p:ph type="body" idx="2"/>
          </p:nvPr>
        </p:nvSpPr>
        <p:spPr>
          <a:xfrm>
            <a:off x="3325823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####</a:t>
            </a:r>
            <a:endParaRPr b="1" dirty="0"/>
          </a:p>
          <a:p>
            <a:pPr marL="0" lvl="0" indent="0">
              <a:buNone/>
            </a:pPr>
            <a:r>
              <a:rPr lang="en" dirty="0"/>
              <a:t>##############################################################################</a:t>
            </a:r>
          </a:p>
        </p:txBody>
      </p:sp>
      <p:sp>
        <p:nvSpPr>
          <p:cNvPr id="229" name="Google Shape;229;p23"/>
          <p:cNvSpPr txBox="1">
            <a:spLocks noGrp="1"/>
          </p:cNvSpPr>
          <p:nvPr>
            <p:ph type="body" idx="3"/>
          </p:nvPr>
        </p:nvSpPr>
        <p:spPr>
          <a:xfrm>
            <a:off x="5737072" y="1584425"/>
            <a:ext cx="2177100" cy="295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#####</a:t>
            </a:r>
            <a:endParaRPr b="1" dirty="0"/>
          </a:p>
          <a:p>
            <a:pPr marL="0" lvl="0" indent="0">
              <a:buNone/>
            </a:pPr>
            <a:r>
              <a:rPr lang="en" dirty="0"/>
              <a:t>##############################################################################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39090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A picture is worth a thousand words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236" name="Google Shape;236;p24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2480700" cy="29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A complex idea can be conveyed with just a single still image, namely making it possible to absorb large amounts of data quickly.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8694775" y="4749850"/>
            <a:ext cx="4494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 idx="4294967295"/>
          </p:nvPr>
        </p:nvSpPr>
        <p:spPr>
          <a:xfrm>
            <a:off x="2194950" y="4034625"/>
            <a:ext cx="4754100" cy="82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chemeClr val="lt1"/>
                </a:solidFill>
                <a:latin typeface="Tw Cen MT" panose="020B0602020104020603" pitchFamily="34" charset="77"/>
              </a:rPr>
              <a:t>Big Impact Image</a:t>
            </a:r>
            <a:endParaRPr dirty="0">
              <a:solidFill>
                <a:schemeClr val="lt1"/>
              </a:solidFill>
              <a:latin typeface="Tw Cen MT" panose="020B0602020104020603" pitchFamily="34" charset="77"/>
            </a:endParaRPr>
          </a:p>
        </p:txBody>
      </p:sp>
      <p:sp>
        <p:nvSpPr>
          <p:cNvPr id="243" name="Google Shape;243;p25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Use diagrams to explain your ideas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249" name="Google Shape;249;p26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1194139" y="1845423"/>
            <a:ext cx="3052500" cy="23472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6"/>
          <p:cNvSpPr txBox="1"/>
          <p:nvPr/>
        </p:nvSpPr>
        <p:spPr>
          <a:xfrm>
            <a:off x="1873077" y="3098729"/>
            <a:ext cx="1695000" cy="9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Tw Cen MT" panose="020B0602020104020603" pitchFamily="34" charset="77"/>
                <a:ea typeface="IBM Plex Sans"/>
                <a:cs typeface="IBM Plex Sans"/>
                <a:sym typeface="IBM Plex Sans"/>
              </a:rPr>
              <a:t>Vestibulum nec </a:t>
            </a:r>
            <a:r>
              <a:rPr lang="en" sz="1200" b="1" dirty="0" err="1">
                <a:solidFill>
                  <a:schemeClr val="dk1"/>
                </a:solidFill>
                <a:latin typeface="Tw Cen MT" panose="020B0602020104020603" pitchFamily="34" charset="77"/>
                <a:ea typeface="IBM Plex Sans"/>
                <a:cs typeface="IBM Plex Sans"/>
                <a:sym typeface="IBM Plex Sans"/>
              </a:rPr>
              <a:t>congue</a:t>
            </a:r>
            <a:r>
              <a:rPr lang="en" sz="1200" b="1" dirty="0">
                <a:solidFill>
                  <a:schemeClr val="dk1"/>
                </a:solidFill>
                <a:latin typeface="Tw Cen MT" panose="020B0602020104020603" pitchFamily="34" charset="77"/>
                <a:ea typeface="IBM Plex Sans"/>
                <a:cs typeface="IBM Plex Sans"/>
                <a:sym typeface="IBM Plex Sans"/>
              </a:rPr>
              <a:t> tempus</a:t>
            </a:r>
            <a:endParaRPr sz="1200" dirty="0">
              <a:solidFill>
                <a:schemeClr val="dk1"/>
              </a:solidFill>
              <a:latin typeface="Tw Cen MT" panose="020B0602020104020603" pitchFamily="34" charset="77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252" name="Google Shape;252;p26"/>
          <p:cNvGrpSpPr/>
          <p:nvPr/>
        </p:nvGrpSpPr>
        <p:grpSpPr>
          <a:xfrm>
            <a:off x="1695385" y="3837520"/>
            <a:ext cx="2876881" cy="926573"/>
            <a:chOff x="3698064" y="3159725"/>
            <a:chExt cx="2449869" cy="789043"/>
          </a:xfrm>
        </p:grpSpPr>
        <p:sp>
          <p:nvSpPr>
            <p:cNvPr id="253" name="Google Shape;253;p26"/>
            <p:cNvSpPr/>
            <p:nvPr/>
          </p:nvSpPr>
          <p:spPr>
            <a:xfrm rot="10800000">
              <a:off x="3698064" y="3575617"/>
              <a:ext cx="1740900" cy="12540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 txBox="1"/>
            <p:nvPr/>
          </p:nvSpPr>
          <p:spPr>
            <a:xfrm rot="620">
              <a:off x="3771608" y="3655818"/>
              <a:ext cx="1662900" cy="29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accent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################</a:t>
              </a:r>
              <a:endParaRPr sz="800" dirty="0">
                <a:solidFill>
                  <a:schemeClr val="accent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5582733" y="3159725"/>
              <a:ext cx="565200" cy="565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02</a:t>
              </a:r>
              <a:endPara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56" name="Google Shape;256;p26"/>
          <p:cNvGrpSpPr/>
          <p:nvPr/>
        </p:nvGrpSpPr>
        <p:grpSpPr>
          <a:xfrm>
            <a:off x="914556" y="1918696"/>
            <a:ext cx="1467396" cy="2582890"/>
            <a:chOff x="3033133" y="1525710"/>
            <a:chExt cx="1249592" cy="2199515"/>
          </a:xfrm>
        </p:grpSpPr>
        <p:sp>
          <p:nvSpPr>
            <p:cNvPr id="257" name="Google Shape;257;p26"/>
            <p:cNvSpPr/>
            <p:nvPr/>
          </p:nvSpPr>
          <p:spPr>
            <a:xfrm rot="-3360517">
              <a:off x="2960437" y="2297046"/>
              <a:ext cx="1629676" cy="125310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 txBox="1"/>
            <p:nvPr/>
          </p:nvSpPr>
          <p:spPr>
            <a:xfrm rot="-3365016">
              <a:off x="2786718" y="2151658"/>
              <a:ext cx="1664030" cy="2928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accent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#################</a:t>
              </a:r>
              <a:endParaRPr sz="800" dirty="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3058183" y="3159725"/>
              <a:ext cx="565200" cy="565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03</a:t>
              </a:r>
              <a:endPara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260" name="Google Shape;260;p26"/>
          <p:cNvGrpSpPr/>
          <p:nvPr/>
        </p:nvGrpSpPr>
        <p:grpSpPr>
          <a:xfrm>
            <a:off x="2388979" y="1533983"/>
            <a:ext cx="2075497" cy="2186544"/>
            <a:chOff x="4288708" y="1198100"/>
            <a:chExt cx="1767434" cy="1861998"/>
          </a:xfrm>
        </p:grpSpPr>
        <p:sp>
          <p:nvSpPr>
            <p:cNvPr id="261" name="Google Shape;261;p26"/>
            <p:cNvSpPr/>
            <p:nvPr/>
          </p:nvSpPr>
          <p:spPr>
            <a:xfrm rot="3420919">
              <a:off x="4575050" y="2300047"/>
              <a:ext cx="1581515" cy="125402"/>
            </a:xfrm>
            <a:prstGeom prst="rightArrow">
              <a:avLst>
                <a:gd name="adj1" fmla="val 25514"/>
                <a:gd name="adj2" fmla="val 6432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88708" y="1198100"/>
              <a:ext cx="565200" cy="56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01</a:t>
              </a:r>
              <a:endParaRPr sz="1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63" name="Google Shape;263;p26"/>
            <p:cNvSpPr txBox="1"/>
            <p:nvPr/>
          </p:nvSpPr>
          <p:spPr>
            <a:xfrm rot="3420634">
              <a:off x="4640653" y="2101762"/>
              <a:ext cx="1673878" cy="2928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 dirty="0">
                  <a:solidFill>
                    <a:schemeClr val="accen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</a:t>
              </a:r>
              <a:endParaRPr sz="800" dirty="0">
                <a:solidFill>
                  <a:schemeClr val="accen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Data Table</a:t>
            </a:r>
            <a:endParaRPr dirty="0">
              <a:latin typeface="Tw Cen MT" panose="020B0602020104020603" pitchFamily="34" charset="77"/>
            </a:endParaRPr>
          </a:p>
        </p:txBody>
      </p:sp>
      <p:graphicFrame>
        <p:nvGraphicFramePr>
          <p:cNvPr id="269" name="Google Shape;269;p27"/>
          <p:cNvGraphicFramePr/>
          <p:nvPr/>
        </p:nvGraphicFramePr>
        <p:xfrm>
          <a:off x="914600" y="1793081"/>
          <a:ext cx="6026700" cy="2968400"/>
        </p:xfrm>
        <a:graphic>
          <a:graphicData uri="http://schemas.openxmlformats.org/drawingml/2006/table">
            <a:tbl>
              <a:tblPr>
                <a:noFill/>
                <a:tableStyleId>{083DE01E-45EE-4B1A-B4AA-23BBC71A313A}</a:tableStyleId>
              </a:tblPr>
              <a:tblGrid>
                <a:gridCol w="150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2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Yellow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800" dirty="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Blue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30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1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Orange</a:t>
                      </a:r>
                      <a:endParaRPr sz="11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24</a:t>
                      </a:r>
                      <a:endParaRPr sz="1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</a:t>
                      </a:r>
                      <a:endParaRPr sz="1800" dirty="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0" name="Google Shape;270;p27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Process Flow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312" name="Google Shape;312;p31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313" name="Google Shape;313;p31"/>
          <p:cNvGrpSpPr/>
          <p:nvPr/>
        </p:nvGrpSpPr>
        <p:grpSpPr>
          <a:xfrm>
            <a:off x="706525" y="1878825"/>
            <a:ext cx="1834900" cy="2315200"/>
            <a:chOff x="1083025" y="1574025"/>
            <a:chExt cx="1834900" cy="2315200"/>
          </a:xfrm>
        </p:grpSpPr>
        <p:sp>
          <p:nvSpPr>
            <p:cNvPr id="314" name="Google Shape;314;p31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20XX</a:t>
              </a:r>
              <a:endParaRPr sz="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31"/>
            <p:cNvSpPr txBox="1"/>
            <p:nvPr/>
          </p:nvSpPr>
          <p:spPr>
            <a:xfrm>
              <a:off x="1215700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</a:t>
              </a:r>
              <a:endParaRPr sz="10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31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</a:t>
              </a:r>
              <a:endParaRPr sz="8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317" name="Google Shape;317;p31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8" name="Google Shape;318;p31"/>
            <p:cNvSpPr/>
            <p:nvPr/>
          </p:nvSpPr>
          <p:spPr>
            <a:xfrm rot="10800000"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31"/>
          <p:cNvGrpSpPr/>
          <p:nvPr/>
        </p:nvGrpSpPr>
        <p:grpSpPr>
          <a:xfrm>
            <a:off x="2415474" y="1878825"/>
            <a:ext cx="1834900" cy="2315200"/>
            <a:chOff x="1083025" y="1574025"/>
            <a:chExt cx="1834900" cy="2315200"/>
          </a:xfrm>
        </p:grpSpPr>
        <p:sp>
          <p:nvSpPr>
            <p:cNvPr id="321" name="Google Shape;321;p31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20XX</a:t>
              </a:r>
              <a:endParaRPr sz="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2" name="Google Shape;322;p31"/>
            <p:cNvSpPr txBox="1"/>
            <p:nvPr/>
          </p:nvSpPr>
          <p:spPr>
            <a:xfrm>
              <a:off x="1215700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</a:t>
              </a:r>
              <a:endParaRPr sz="10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3" name="Google Shape;323;p31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</a:t>
              </a:r>
              <a:endParaRPr sz="800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324" name="Google Shape;324;p31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25" name="Google Shape;325;p31"/>
            <p:cNvSpPr/>
            <p:nvPr/>
          </p:nvSpPr>
          <p:spPr>
            <a:xfrm rot="10800000"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326" name="Google Shape;326;p31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4127319" y="1878114"/>
            <a:ext cx="1834900" cy="2315200"/>
            <a:chOff x="1083025" y="1574025"/>
            <a:chExt cx="1834900" cy="2315200"/>
          </a:xfrm>
        </p:grpSpPr>
        <p:sp>
          <p:nvSpPr>
            <p:cNvPr id="328" name="Google Shape;328;p31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20XX</a:t>
              </a:r>
              <a:endParaRPr sz="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1215700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1600"/>
                </a:spcAft>
              </a:pPr>
              <a:r>
                <a:rPr lang="en" sz="10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</a:t>
              </a:r>
            </a:p>
          </p:txBody>
        </p:sp>
        <p:sp>
          <p:nvSpPr>
            <p:cNvPr id="330" name="Google Shape;330;p31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1600"/>
                </a:spcAft>
              </a:pPr>
              <a:r>
                <a:rPr lang="en" sz="8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</a:t>
              </a:r>
            </a:p>
          </p:txBody>
        </p:sp>
        <p:cxnSp>
          <p:nvCxnSpPr>
            <p:cNvPr id="331" name="Google Shape;331;p31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2" name="Google Shape;332;p31"/>
            <p:cNvSpPr/>
            <p:nvPr/>
          </p:nvSpPr>
          <p:spPr>
            <a:xfrm rot="10800000"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333" name="Google Shape;333;p31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4" name="Google Shape;334;p31"/>
          <p:cNvGrpSpPr/>
          <p:nvPr/>
        </p:nvGrpSpPr>
        <p:grpSpPr>
          <a:xfrm>
            <a:off x="5840583" y="1878103"/>
            <a:ext cx="1834900" cy="2315200"/>
            <a:chOff x="1083025" y="1574025"/>
            <a:chExt cx="1834900" cy="2315200"/>
          </a:xfrm>
        </p:grpSpPr>
        <p:sp>
          <p:nvSpPr>
            <p:cNvPr id="335" name="Google Shape;335;p31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4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20XX</a:t>
              </a:r>
              <a:endParaRPr sz="8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6" name="Google Shape;336;p31"/>
            <p:cNvSpPr txBox="1"/>
            <p:nvPr/>
          </p:nvSpPr>
          <p:spPr>
            <a:xfrm>
              <a:off x="1215700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1600"/>
                </a:spcAft>
              </a:pPr>
              <a:r>
                <a:rPr lang="en" sz="10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</a:t>
              </a:r>
            </a:p>
          </p:txBody>
        </p:sp>
        <p:sp>
          <p:nvSpPr>
            <p:cNvPr id="337" name="Google Shape;337;p31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>
                <a:lnSpc>
                  <a:spcPct val="115000"/>
                </a:lnSpc>
                <a:spcAft>
                  <a:spcPts val="1600"/>
                </a:spcAft>
              </a:pPr>
              <a:r>
                <a:rPr lang="en" sz="800" dirty="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############</a:t>
              </a:r>
            </a:p>
          </p:txBody>
        </p:sp>
        <p:cxnSp>
          <p:nvCxnSpPr>
            <p:cNvPr id="338" name="Google Shape;338;p31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9" name="Google Shape;339;p31"/>
            <p:cNvSpPr/>
            <p:nvPr/>
          </p:nvSpPr>
          <p:spPr>
            <a:xfrm rot="10800000" flipH="1">
              <a:off x="1083025" y="2306625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name="adj" fmla="val 96952"/>
              </a:avLst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8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Give Credit</a:t>
            </a:r>
            <a:endParaRPr dirty="0"/>
          </a:p>
        </p:txBody>
      </p:sp>
      <p:sp>
        <p:nvSpPr>
          <p:cNvPr id="412" name="Google Shape;412;p38"/>
          <p:cNvSpPr txBox="1">
            <a:spLocks noGrp="1"/>
          </p:cNvSpPr>
          <p:nvPr>
            <p:ph type="body" idx="1"/>
          </p:nvPr>
        </p:nvSpPr>
        <p:spPr>
          <a:xfrm>
            <a:off x="914575" y="1584425"/>
            <a:ext cx="6999600" cy="299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/>
              <a:t>Special thanks to all the people who made and released these awesome resources for free: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400"/>
              <a:buChar char="▰"/>
            </a:pPr>
            <a:r>
              <a:rPr lang="en-US" sz="2400" dirty="0"/>
              <a:t>#########</a:t>
            </a:r>
            <a:endParaRPr sz="2400" dirty="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sz="2400" dirty="0"/>
              <a:t>#########</a:t>
            </a:r>
            <a:endParaRPr sz="2400" dirty="0"/>
          </a:p>
        </p:txBody>
      </p:sp>
      <p:sp>
        <p:nvSpPr>
          <p:cNvPr id="413" name="Google Shape;413;p38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1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Project Timeline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433" name="Google Shape;433;p41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34" name="Google Shape;434;p41"/>
          <p:cNvSpPr/>
          <p:nvPr/>
        </p:nvSpPr>
        <p:spPr>
          <a:xfrm>
            <a:off x="7437872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5" name="Google Shape;435;p41"/>
          <p:cNvSpPr/>
          <p:nvPr/>
        </p:nvSpPr>
        <p:spPr>
          <a:xfrm>
            <a:off x="6803161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NOV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6" name="Google Shape;436;p41"/>
          <p:cNvSpPr/>
          <p:nvPr/>
        </p:nvSpPr>
        <p:spPr>
          <a:xfrm>
            <a:off x="6168450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OCT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7" name="Google Shape;437;p41"/>
          <p:cNvSpPr/>
          <p:nvPr/>
        </p:nvSpPr>
        <p:spPr>
          <a:xfrm>
            <a:off x="5533739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SEP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4899028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AUG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9" name="Google Shape;439;p41"/>
          <p:cNvSpPr/>
          <p:nvPr/>
        </p:nvSpPr>
        <p:spPr>
          <a:xfrm>
            <a:off x="4264317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JUL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0" name="Google Shape;440;p41"/>
          <p:cNvSpPr/>
          <p:nvPr/>
        </p:nvSpPr>
        <p:spPr>
          <a:xfrm>
            <a:off x="3629607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JUN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1" name="Google Shape;441;p41"/>
          <p:cNvSpPr/>
          <p:nvPr/>
        </p:nvSpPr>
        <p:spPr>
          <a:xfrm>
            <a:off x="2994896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MAY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2" name="Google Shape;442;p41"/>
          <p:cNvSpPr/>
          <p:nvPr/>
        </p:nvSpPr>
        <p:spPr>
          <a:xfrm>
            <a:off x="2360185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APR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3" name="Google Shape;443;p41"/>
          <p:cNvSpPr/>
          <p:nvPr/>
        </p:nvSpPr>
        <p:spPr>
          <a:xfrm>
            <a:off x="1725474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MAR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4" name="Google Shape;444;p41"/>
          <p:cNvSpPr/>
          <p:nvPr/>
        </p:nvSpPr>
        <p:spPr>
          <a:xfrm>
            <a:off x="1090763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FEB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456052" y="2755950"/>
            <a:ext cx="7914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JAN</a:t>
            </a:r>
            <a:endParaRPr sz="10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6" name="Google Shape;446;p41"/>
          <p:cNvSpPr/>
          <p:nvPr/>
        </p:nvSpPr>
        <p:spPr>
          <a:xfrm>
            <a:off x="0" y="2755950"/>
            <a:ext cx="6126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447" name="Google Shape;447;p41"/>
          <p:cNvCxnSpPr/>
          <p:nvPr/>
        </p:nvCxnSpPr>
        <p:spPr>
          <a:xfrm rot="10800000">
            <a:off x="739366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48" name="Google Shape;448;p41"/>
          <p:cNvSpPr txBox="1"/>
          <p:nvPr/>
        </p:nvSpPr>
        <p:spPr>
          <a:xfrm>
            <a:off x="699920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49" name="Google Shape;449;p41"/>
          <p:cNvCxnSpPr/>
          <p:nvPr/>
        </p:nvCxnSpPr>
        <p:spPr>
          <a:xfrm rot="10800000">
            <a:off x="200981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0" name="Google Shape;450;p41"/>
          <p:cNvSpPr txBox="1"/>
          <p:nvPr/>
        </p:nvSpPr>
        <p:spPr>
          <a:xfrm>
            <a:off x="1971817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is the colour of danger and courage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1" name="Google Shape;451;p41"/>
          <p:cNvCxnSpPr/>
          <p:nvPr/>
        </p:nvCxnSpPr>
        <p:spPr>
          <a:xfrm rot="10800000">
            <a:off x="3280261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2" name="Google Shape;452;p41"/>
          <p:cNvSpPr txBox="1"/>
          <p:nvPr/>
        </p:nvSpPr>
        <p:spPr>
          <a:xfrm>
            <a:off x="3243713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3" name="Google Shape;453;p41"/>
          <p:cNvCxnSpPr/>
          <p:nvPr/>
        </p:nvCxnSpPr>
        <p:spPr>
          <a:xfrm rot="10800000">
            <a:off x="4550709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4" name="Google Shape;454;p41"/>
          <p:cNvSpPr txBox="1"/>
          <p:nvPr/>
        </p:nvSpPr>
        <p:spPr>
          <a:xfrm>
            <a:off x="4515610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5" name="Google Shape;455;p41"/>
          <p:cNvCxnSpPr/>
          <p:nvPr/>
        </p:nvCxnSpPr>
        <p:spPr>
          <a:xfrm rot="10800000">
            <a:off x="5821156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6" name="Google Shape;456;p41"/>
          <p:cNvSpPr txBox="1"/>
          <p:nvPr/>
        </p:nvSpPr>
        <p:spPr>
          <a:xfrm>
            <a:off x="5787506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7" name="Google Shape;457;p41"/>
          <p:cNvCxnSpPr/>
          <p:nvPr/>
        </p:nvCxnSpPr>
        <p:spPr>
          <a:xfrm rot="10800000">
            <a:off x="7091604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58" name="Google Shape;458;p41"/>
          <p:cNvSpPr txBox="1"/>
          <p:nvPr/>
        </p:nvSpPr>
        <p:spPr>
          <a:xfrm>
            <a:off x="7059403" y="172720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59" name="Google Shape;459;p41"/>
          <p:cNvCxnSpPr/>
          <p:nvPr/>
        </p:nvCxnSpPr>
        <p:spPr>
          <a:xfrm rot="10800000">
            <a:off x="1384346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0" name="Google Shape;460;p41"/>
          <p:cNvSpPr txBox="1"/>
          <p:nvPr/>
        </p:nvSpPr>
        <p:spPr>
          <a:xfrm>
            <a:off x="1316903" y="364815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1" name="Google Shape;461;p41"/>
          <p:cNvCxnSpPr/>
          <p:nvPr/>
        </p:nvCxnSpPr>
        <p:spPr>
          <a:xfrm rot="10800000">
            <a:off x="2654794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2" name="Google Shape;462;p41"/>
          <p:cNvSpPr txBox="1"/>
          <p:nvPr/>
        </p:nvSpPr>
        <p:spPr>
          <a:xfrm>
            <a:off x="2596160" y="364815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3" name="Google Shape;463;p41"/>
          <p:cNvCxnSpPr/>
          <p:nvPr/>
        </p:nvCxnSpPr>
        <p:spPr>
          <a:xfrm rot="10800000">
            <a:off x="3925241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41"/>
          <p:cNvSpPr txBox="1"/>
          <p:nvPr/>
        </p:nvSpPr>
        <p:spPr>
          <a:xfrm>
            <a:off x="3875416" y="364815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5" name="Google Shape;465;p41"/>
          <p:cNvCxnSpPr/>
          <p:nvPr/>
        </p:nvCxnSpPr>
        <p:spPr>
          <a:xfrm rot="10800000">
            <a:off x="5195689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6" name="Google Shape;466;p41"/>
          <p:cNvSpPr txBox="1"/>
          <p:nvPr/>
        </p:nvSpPr>
        <p:spPr>
          <a:xfrm>
            <a:off x="5154672" y="364815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is the colour of danger and courage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7" name="Google Shape;467;p41"/>
          <p:cNvCxnSpPr/>
          <p:nvPr/>
        </p:nvCxnSpPr>
        <p:spPr>
          <a:xfrm rot="10800000">
            <a:off x="646613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8" name="Google Shape;468;p41"/>
          <p:cNvSpPr txBox="1"/>
          <p:nvPr/>
        </p:nvSpPr>
        <p:spPr>
          <a:xfrm>
            <a:off x="6433929" y="3648150"/>
            <a:ext cx="1201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69" name="Google Shape;469;p41"/>
          <p:cNvCxnSpPr/>
          <p:nvPr/>
        </p:nvCxnSpPr>
        <p:spPr>
          <a:xfrm rot="10800000">
            <a:off x="7736584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rgbClr val="D8DFE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70" name="Google Shape;470;p41"/>
          <p:cNvSpPr txBox="1"/>
          <p:nvPr/>
        </p:nvSpPr>
        <p:spPr>
          <a:xfrm>
            <a:off x="7700248" y="3648150"/>
            <a:ext cx="994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2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ROADMAP (If needed)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476" name="Google Shape;476;p42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477" name="Google Shape;477;p42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2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p42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480" name="Google Shape;480;p42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2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1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82" name="Google Shape;482;p42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483" name="Google Shape;483;p42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2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3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85" name="Google Shape;485;p42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486" name="Google Shape;486;p42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2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5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88" name="Google Shape;488;p42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489" name="Google Shape;489;p42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2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6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91" name="Google Shape;491;p42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492" name="Google Shape;492;p42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2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4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494" name="Google Shape;494;p42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495" name="Google Shape;495;p42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2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2</a:t>
              </a:r>
              <a:endParaRPr sz="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497" name="Google Shape;497;p42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8" name="Google Shape;498;p42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@######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9" name="Google Shape;499;p42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p42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1" name="Google Shape;501;p42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2" name="Google Shape;502;p42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</a:t>
            </a:r>
            <a:endParaRPr sz="9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3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Gantt chart (If needed)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508" name="Google Shape;508;p43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aphicFrame>
        <p:nvGraphicFramePr>
          <p:cNvPr id="509" name="Google Shape;509;p43"/>
          <p:cNvGraphicFramePr/>
          <p:nvPr/>
        </p:nvGraphicFramePr>
        <p:xfrm>
          <a:off x="914675" y="1564481"/>
          <a:ext cx="6992875" cy="3197750"/>
        </p:xfrm>
        <a:graphic>
          <a:graphicData uri="http://schemas.openxmlformats.org/drawingml/2006/table">
            <a:tbl>
              <a:tblPr>
                <a:noFill/>
                <a:tableStyleId>{083DE01E-45EE-4B1A-B4AA-23BBC71A313A}</a:tableStyleId>
              </a:tblPr>
              <a:tblGrid>
                <a:gridCol w="120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3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Week 1</a:t>
                      </a:r>
                      <a:endParaRPr sz="800" b="1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Week 2</a:t>
                      </a:r>
                      <a:endParaRPr sz="800" b="1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1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2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3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4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5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6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7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7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Task 8</a:t>
                      </a:r>
                      <a:endParaRPr sz="80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4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SWOT Analysis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515" name="Google Shape;515;p44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516" name="Google Shape;516;p44"/>
          <p:cNvSpPr/>
          <p:nvPr/>
        </p:nvSpPr>
        <p:spPr>
          <a:xfrm>
            <a:off x="914575" y="1580950"/>
            <a:ext cx="3361800" cy="14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STRENGTHS</a:t>
            </a:r>
            <a:endParaRPr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7" name="Google Shape;517;p44"/>
          <p:cNvSpPr/>
          <p:nvPr/>
        </p:nvSpPr>
        <p:spPr>
          <a:xfrm>
            <a:off x="4415521" y="1580950"/>
            <a:ext cx="3361800" cy="14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WEAKNESSES</a:t>
            </a:r>
            <a:endParaRPr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##########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8" name="Google Shape;518;p44"/>
          <p:cNvSpPr/>
          <p:nvPr/>
        </p:nvSpPr>
        <p:spPr>
          <a:xfrm>
            <a:off x="914575" y="3182311"/>
            <a:ext cx="3361800" cy="14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OPPORTUNITIES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9" name="Google Shape;519;p44"/>
          <p:cNvSpPr/>
          <p:nvPr/>
        </p:nvSpPr>
        <p:spPr>
          <a:xfrm>
            <a:off x="4415521" y="3182311"/>
            <a:ext cx="3361800" cy="148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THREATS</a:t>
            </a:r>
            <a:endParaRPr dirty="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3063724" y="1848083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4"/>
          <p:cNvSpPr/>
          <p:nvPr/>
        </p:nvSpPr>
        <p:spPr>
          <a:xfrm rot="5400000">
            <a:off x="3211182" y="1848083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4"/>
          <p:cNvSpPr/>
          <p:nvPr/>
        </p:nvSpPr>
        <p:spPr>
          <a:xfrm rot="10800000">
            <a:off x="3211182" y="197429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44"/>
          <p:cNvSpPr/>
          <p:nvPr/>
        </p:nvSpPr>
        <p:spPr>
          <a:xfrm rot="-5400000">
            <a:off x="3063724" y="1974296"/>
            <a:ext cx="2417100" cy="24171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44"/>
          <p:cNvSpPr/>
          <p:nvPr/>
        </p:nvSpPr>
        <p:spPr>
          <a:xfrm>
            <a:off x="3620199" y="2345573"/>
            <a:ext cx="319306" cy="471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erriweather"/>
              </a:rPr>
              <a:t>S</a:t>
            </a:r>
          </a:p>
        </p:txBody>
      </p:sp>
      <p:sp>
        <p:nvSpPr>
          <p:cNvPr id="525" name="Google Shape;525;p44"/>
          <p:cNvSpPr/>
          <p:nvPr/>
        </p:nvSpPr>
        <p:spPr>
          <a:xfrm>
            <a:off x="4609024" y="2353292"/>
            <a:ext cx="650346" cy="4619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erriweather"/>
              </a:rPr>
              <a:t>W</a:t>
            </a:r>
          </a:p>
        </p:txBody>
      </p:sp>
      <p:sp>
        <p:nvSpPr>
          <p:cNvPr id="526" name="Google Shape;526;p44"/>
          <p:cNvSpPr/>
          <p:nvPr/>
        </p:nvSpPr>
        <p:spPr>
          <a:xfrm>
            <a:off x="3585612" y="3422640"/>
            <a:ext cx="413183" cy="47122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erriweather"/>
              </a:rPr>
              <a:t>O</a:t>
            </a:r>
          </a:p>
        </p:txBody>
      </p:sp>
      <p:sp>
        <p:nvSpPr>
          <p:cNvPr id="527" name="Google Shape;527;p44"/>
          <p:cNvSpPr/>
          <p:nvPr/>
        </p:nvSpPr>
        <p:spPr>
          <a:xfrm>
            <a:off x="4723282" y="3430360"/>
            <a:ext cx="416271" cy="45887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Merriweather"/>
              </a:rPr>
              <a:t>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"/>
          <p:cNvSpPr txBox="1">
            <a:spLocks noGrp="1"/>
          </p:cNvSpPr>
          <p:nvPr>
            <p:ph type="title" idx="4294967295"/>
          </p:nvPr>
        </p:nvSpPr>
        <p:spPr>
          <a:xfrm>
            <a:off x="262200" y="0"/>
            <a:ext cx="8619600" cy="467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w Cen MT" panose="020B0602020104020603" pitchFamily="34" charset="77"/>
              </a:rPr>
              <a:t>                       Business Model with Icons</a:t>
            </a:r>
            <a:endParaRPr sz="1800" dirty="0">
              <a:latin typeface="Tw Cen MT" panose="020B0602020104020603" pitchFamily="34" charset="77"/>
            </a:endParaRPr>
          </a:p>
        </p:txBody>
      </p:sp>
      <p:sp>
        <p:nvSpPr>
          <p:cNvPr id="533" name="Google Shape;533;p45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534" name="Google Shape;534;p45"/>
          <p:cNvSpPr txBox="1"/>
          <p:nvPr/>
        </p:nvSpPr>
        <p:spPr>
          <a:xfrm>
            <a:off x="1986120" y="467025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Activities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800"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5" name="Google Shape;535;p45"/>
          <p:cNvSpPr txBox="1"/>
          <p:nvPr/>
        </p:nvSpPr>
        <p:spPr>
          <a:xfrm>
            <a:off x="1986120" y="2061694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Resources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6" name="Google Shape;536;p45"/>
          <p:cNvSpPr txBox="1"/>
          <p:nvPr/>
        </p:nvSpPr>
        <p:spPr>
          <a:xfrm>
            <a:off x="371004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Value Propositions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7" name="Google Shape;537;p45"/>
          <p:cNvSpPr txBox="1"/>
          <p:nvPr/>
        </p:nvSpPr>
        <p:spPr>
          <a:xfrm>
            <a:off x="5433959" y="467025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Relationships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8" name="Google Shape;538;p45"/>
          <p:cNvSpPr txBox="1"/>
          <p:nvPr/>
        </p:nvSpPr>
        <p:spPr>
          <a:xfrm>
            <a:off x="5433959" y="2061694"/>
            <a:ext cx="1723800" cy="1594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Channels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9" name="Google Shape;539;p45"/>
          <p:cNvSpPr txBox="1"/>
          <p:nvPr/>
        </p:nvSpPr>
        <p:spPr>
          <a:xfrm>
            <a:off x="7157879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Customer Segments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0" name="Google Shape;540;p45"/>
          <p:cNvSpPr txBox="1"/>
          <p:nvPr/>
        </p:nvSpPr>
        <p:spPr>
          <a:xfrm>
            <a:off x="262200" y="467025"/>
            <a:ext cx="1723800" cy="3189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Partners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800"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1" name="Google Shape;541;p45"/>
          <p:cNvSpPr txBox="1"/>
          <p:nvPr/>
        </p:nvSpPr>
        <p:spPr>
          <a:xfrm>
            <a:off x="262200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Cost Structure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2" name="Google Shape;542;p45"/>
          <p:cNvSpPr txBox="1"/>
          <p:nvPr/>
        </p:nvSpPr>
        <p:spPr>
          <a:xfrm>
            <a:off x="4571999" y="3656363"/>
            <a:ext cx="4309800" cy="12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Revenue Streams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9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3" name="Google Shape;543;p45"/>
          <p:cNvSpPr/>
          <p:nvPr/>
        </p:nvSpPr>
        <p:spPr>
          <a:xfrm>
            <a:off x="4279907" y="3732570"/>
            <a:ext cx="215901" cy="214638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6866281" y="543303"/>
            <a:ext cx="215257" cy="19323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45" name="Google Shape;545;p45"/>
          <p:cNvSpPr/>
          <p:nvPr/>
        </p:nvSpPr>
        <p:spPr>
          <a:xfrm>
            <a:off x="1702716" y="543215"/>
            <a:ext cx="207088" cy="207075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546" name="Google Shape;546;p45"/>
          <p:cNvSpPr/>
          <p:nvPr/>
        </p:nvSpPr>
        <p:spPr>
          <a:xfrm>
            <a:off x="8608585" y="543301"/>
            <a:ext cx="197012" cy="207706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47" name="Google Shape;547;p45"/>
          <p:cNvGrpSpPr/>
          <p:nvPr/>
        </p:nvGrpSpPr>
        <p:grpSpPr>
          <a:xfrm>
            <a:off x="8561977" y="3732397"/>
            <a:ext cx="233502" cy="171203"/>
            <a:chOff x="4610450" y="3703750"/>
            <a:chExt cx="453050" cy="332175"/>
          </a:xfrm>
        </p:grpSpPr>
        <p:sp>
          <p:nvSpPr>
            <p:cNvPr id="548" name="Google Shape;548;p45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49" name="Google Shape;549;p45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550" name="Google Shape;550;p45"/>
          <p:cNvSpPr/>
          <p:nvPr/>
        </p:nvSpPr>
        <p:spPr>
          <a:xfrm>
            <a:off x="3424268" y="543232"/>
            <a:ext cx="209587" cy="20960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551" name="Google Shape;551;p45"/>
          <p:cNvGrpSpPr/>
          <p:nvPr/>
        </p:nvGrpSpPr>
        <p:grpSpPr>
          <a:xfrm>
            <a:off x="5169556" y="543233"/>
            <a:ext cx="188198" cy="239803"/>
            <a:chOff x="1958100" y="4985350"/>
            <a:chExt cx="365150" cy="465275"/>
          </a:xfrm>
        </p:grpSpPr>
        <p:sp>
          <p:nvSpPr>
            <p:cNvPr id="552" name="Google Shape;552;p45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4" name="Google Shape;554;p45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55" name="Google Shape;555;p45"/>
          <p:cNvGrpSpPr/>
          <p:nvPr/>
        </p:nvGrpSpPr>
        <p:grpSpPr>
          <a:xfrm>
            <a:off x="3342459" y="2137720"/>
            <a:ext cx="283238" cy="257429"/>
            <a:chOff x="4562200" y="4968250"/>
            <a:chExt cx="549550" cy="499475"/>
          </a:xfrm>
        </p:grpSpPr>
        <p:sp>
          <p:nvSpPr>
            <p:cNvPr id="556" name="Google Shape;556;p45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7" name="Google Shape;557;p45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59" name="Google Shape;559;p45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0" name="Google Shape;560;p45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561" name="Google Shape;561;p45"/>
          <p:cNvGrpSpPr/>
          <p:nvPr/>
        </p:nvGrpSpPr>
        <p:grpSpPr>
          <a:xfrm>
            <a:off x="6790078" y="2139229"/>
            <a:ext cx="278200" cy="266861"/>
            <a:chOff x="5241175" y="4959100"/>
            <a:chExt cx="539775" cy="517775"/>
          </a:xfrm>
        </p:grpSpPr>
        <p:sp>
          <p:nvSpPr>
            <p:cNvPr id="562" name="Google Shape;562;p45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3" name="Google Shape;563;p45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5" name="Google Shape;565;p45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6" name="Google Shape;566;p45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ACTIVITY RANKING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573" name="Google Shape;573;p46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574" name="Google Shape;574;p46"/>
          <p:cNvGrpSpPr/>
          <p:nvPr/>
        </p:nvGrpSpPr>
        <p:grpSpPr>
          <a:xfrm>
            <a:off x="779092" y="1565443"/>
            <a:ext cx="3608219" cy="3243858"/>
            <a:chOff x="3778727" y="4460423"/>
            <a:chExt cx="720160" cy="647438"/>
          </a:xfrm>
        </p:grpSpPr>
        <p:sp>
          <p:nvSpPr>
            <p:cNvPr id="575" name="Google Shape;575;p46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9" name="Google Shape;579;p46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 dirty="0">
                  <a:solidFill>
                    <a:schemeClr val="lt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####</a:t>
              </a:r>
              <a:endParaRPr sz="1200" b="1" i="0" u="none" strike="noStrike" cap="none" dirty="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582" name="Google Shape;582;p46"/>
          <p:cNvCxnSpPr/>
          <p:nvPr/>
        </p:nvCxnSpPr>
        <p:spPr>
          <a:xfrm>
            <a:off x="4307350" y="2102475"/>
            <a:ext cx="105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3" name="Google Shape;583;p46"/>
          <p:cNvSpPr txBox="1"/>
          <p:nvPr/>
        </p:nvSpPr>
        <p:spPr>
          <a:xfrm>
            <a:off x="5425850" y="193042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4" name="Google Shape;584;p46"/>
          <p:cNvCxnSpPr/>
          <p:nvPr/>
        </p:nvCxnSpPr>
        <p:spPr>
          <a:xfrm>
            <a:off x="4151675" y="2584100"/>
            <a:ext cx="121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5" name="Google Shape;585;p46"/>
          <p:cNvSpPr txBox="1"/>
          <p:nvPr/>
        </p:nvSpPr>
        <p:spPr>
          <a:xfrm>
            <a:off x="5425850" y="241204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6" name="Google Shape;586;p46"/>
          <p:cNvCxnSpPr/>
          <p:nvPr/>
        </p:nvCxnSpPr>
        <p:spPr>
          <a:xfrm>
            <a:off x="3930450" y="3065725"/>
            <a:ext cx="14337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7" name="Google Shape;587;p46"/>
          <p:cNvSpPr txBox="1"/>
          <p:nvPr/>
        </p:nvSpPr>
        <p:spPr>
          <a:xfrm>
            <a:off x="5425850" y="289365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88" name="Google Shape;588;p46"/>
          <p:cNvCxnSpPr/>
          <p:nvPr/>
        </p:nvCxnSpPr>
        <p:spPr>
          <a:xfrm>
            <a:off x="3742000" y="3547325"/>
            <a:ext cx="16221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9" name="Google Shape;589;p46"/>
          <p:cNvSpPr txBox="1"/>
          <p:nvPr/>
        </p:nvSpPr>
        <p:spPr>
          <a:xfrm>
            <a:off x="5425850" y="337527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90" name="Google Shape;590;p46"/>
          <p:cNvCxnSpPr/>
          <p:nvPr/>
        </p:nvCxnSpPr>
        <p:spPr>
          <a:xfrm>
            <a:off x="3537150" y="4028950"/>
            <a:ext cx="1827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1" name="Google Shape;591;p46"/>
          <p:cNvSpPr txBox="1"/>
          <p:nvPr/>
        </p:nvSpPr>
        <p:spPr>
          <a:xfrm>
            <a:off x="5425850" y="3856885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92" name="Google Shape;592;p46"/>
          <p:cNvCxnSpPr/>
          <p:nvPr/>
        </p:nvCxnSpPr>
        <p:spPr>
          <a:xfrm>
            <a:off x="3324125" y="4510550"/>
            <a:ext cx="20316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3" name="Google Shape;593;p46"/>
          <p:cNvSpPr txBox="1"/>
          <p:nvPr/>
        </p:nvSpPr>
        <p:spPr>
          <a:xfrm>
            <a:off x="5425850" y="4338500"/>
            <a:ext cx="27867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Insert your content</a:t>
            </a:r>
            <a:endParaRPr sz="100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7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w Cen MT" panose="020B0602020104020603" pitchFamily="34" charset="77"/>
              </a:rPr>
              <a:t>TEAM (Used for Projects)</a:t>
            </a:r>
            <a:endParaRPr dirty="0">
              <a:latin typeface="Tw Cen MT" panose="020B0602020104020603" pitchFamily="34" charset="77"/>
            </a:endParaRPr>
          </a:p>
        </p:txBody>
      </p:sp>
      <p:sp>
        <p:nvSpPr>
          <p:cNvPr id="599" name="Google Shape;599;p47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600" name="Google Shape;600;p47"/>
          <p:cNvPicPr preferRelativeResize="0"/>
          <p:nvPr/>
        </p:nvPicPr>
        <p:blipFill>
          <a:blip r:embed="rId3">
            <a:alphaModFix/>
          </a:blip>
          <a:srcRect t="6052" b="6052"/>
          <a:stretch/>
        </p:blipFill>
        <p:spPr>
          <a:xfrm>
            <a:off x="85530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1" name="Google Shape;601;p47"/>
          <p:cNvSpPr txBox="1"/>
          <p:nvPr/>
        </p:nvSpPr>
        <p:spPr>
          <a:xfrm>
            <a:off x="86032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Samuel </a:t>
            </a:r>
            <a:r>
              <a:rPr lang="en" sz="1200" b="1" dirty="0" err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Esamal</a:t>
            </a:r>
            <a:br>
              <a:rPr lang="en" dirty="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8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Graphic &amp; Motion Designer</a:t>
            </a:r>
            <a:endParaRPr sz="8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Responsible for all Branding in our project</a:t>
            </a: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02" name="Google Shape;602;p47"/>
          <p:cNvPicPr preferRelativeResize="0"/>
          <p:nvPr/>
        </p:nvPicPr>
        <p:blipFill>
          <a:blip r:embed="rId4">
            <a:alphaModFix/>
          </a:blip>
          <a:srcRect t="2500" b="2500"/>
          <a:stretch/>
        </p:blipFill>
        <p:spPr>
          <a:xfrm>
            <a:off x="283502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3" name="Google Shape;603;p47"/>
          <p:cNvSpPr txBox="1"/>
          <p:nvPr/>
        </p:nvSpPr>
        <p:spPr>
          <a:xfrm>
            <a:off x="284005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M</a:t>
            </a:r>
            <a:r>
              <a:rPr lang="en" sz="11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r. KALYAN</a:t>
            </a:r>
            <a:br>
              <a:rPr lang="en" dirty="0"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US" sz="8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 IT MANAGER </a:t>
            </a:r>
            <a:endParaRPr sz="8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Lead</a:t>
            </a: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04" name="Google Shape;604;p47"/>
          <p:cNvPicPr preferRelativeResize="0"/>
          <p:nvPr/>
        </p:nvPicPr>
        <p:blipFill>
          <a:blip r:embed="rId5">
            <a:alphaModFix/>
          </a:blip>
          <a:srcRect t="16296" b="16296"/>
          <a:stretch/>
        </p:blipFill>
        <p:spPr>
          <a:xfrm>
            <a:off x="481475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5" name="Google Shape;605;p47"/>
          <p:cNvSpPr txBox="1"/>
          <p:nvPr/>
        </p:nvSpPr>
        <p:spPr>
          <a:xfrm>
            <a:off x="481977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</a:t>
            </a:r>
            <a:endParaRPr sz="8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##########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</a:t>
            </a: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06" name="Google Shape;606;p47"/>
          <p:cNvPicPr preferRelativeResize="0"/>
          <p:nvPr/>
        </p:nvPicPr>
        <p:blipFill>
          <a:blip r:embed="rId6">
            <a:alphaModFix/>
          </a:blip>
          <a:srcRect t="12500" b="12500"/>
          <a:stretch/>
        </p:blipFill>
        <p:spPr>
          <a:xfrm>
            <a:off x="679447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07" name="Google Shape;607;p47"/>
          <p:cNvSpPr txBox="1"/>
          <p:nvPr/>
        </p:nvSpPr>
        <p:spPr>
          <a:xfrm>
            <a:off x="679950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</a:t>
            </a:r>
            <a:endParaRPr sz="8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###########</a:t>
            </a: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#######</a:t>
            </a: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0"/>
          <p:cNvSpPr txBox="1">
            <a:spLocks noGrp="1"/>
          </p:cNvSpPr>
          <p:nvPr>
            <p:ph type="body" idx="4294967295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ICONS FOR USE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 dirty="0"/>
            </a:br>
            <a:br>
              <a:rPr lang="en" dirty="0"/>
            </a:br>
            <a:br>
              <a:rPr lang="en" dirty="0"/>
            </a:br>
            <a:br>
              <a:rPr lang="en" dirty="0"/>
            </a:br>
            <a:br>
              <a:rPr lang="en" dirty="0"/>
            </a:br>
            <a:endParaRPr dirty="0"/>
          </a:p>
        </p:txBody>
      </p:sp>
      <p:grpSp>
        <p:nvGrpSpPr>
          <p:cNvPr id="710" name="Google Shape;710;p50"/>
          <p:cNvGrpSpPr/>
          <p:nvPr/>
        </p:nvGrpSpPr>
        <p:grpSpPr>
          <a:xfrm>
            <a:off x="358968" y="342338"/>
            <a:ext cx="347107" cy="438984"/>
            <a:chOff x="584925" y="238125"/>
            <a:chExt cx="415200" cy="525100"/>
          </a:xfrm>
        </p:grpSpPr>
        <p:sp>
          <p:nvSpPr>
            <p:cNvPr id="711" name="Google Shape;711;p50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2" name="Google Shape;712;p50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3" name="Google Shape;713;p50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4" name="Google Shape;714;p50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5" name="Google Shape;715;p50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6" name="Google Shape;716;p50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17" name="Google Shape;717;p50"/>
          <p:cNvGrpSpPr/>
          <p:nvPr/>
        </p:nvGrpSpPr>
        <p:grpSpPr>
          <a:xfrm>
            <a:off x="910227" y="406125"/>
            <a:ext cx="371623" cy="309362"/>
            <a:chOff x="1244325" y="314425"/>
            <a:chExt cx="444525" cy="370050"/>
          </a:xfrm>
        </p:grpSpPr>
        <p:sp>
          <p:nvSpPr>
            <p:cNvPr id="718" name="Google Shape;718;p50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19" name="Google Shape;719;p50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20" name="Google Shape;720;p50"/>
          <p:cNvGrpSpPr/>
          <p:nvPr/>
        </p:nvGrpSpPr>
        <p:grpSpPr>
          <a:xfrm>
            <a:off x="1481925" y="404599"/>
            <a:ext cx="355300" cy="312413"/>
            <a:chOff x="1928175" y="312600"/>
            <a:chExt cx="425000" cy="373700"/>
          </a:xfrm>
        </p:grpSpPr>
        <p:sp>
          <p:nvSpPr>
            <p:cNvPr id="721" name="Google Shape;721;p50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2" name="Google Shape;722;p50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23" name="Google Shape;723;p50"/>
          <p:cNvSpPr/>
          <p:nvPr/>
        </p:nvSpPr>
        <p:spPr>
          <a:xfrm>
            <a:off x="2077702" y="393385"/>
            <a:ext cx="290970" cy="334860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24" name="Google Shape;724;p50"/>
          <p:cNvSpPr/>
          <p:nvPr/>
        </p:nvSpPr>
        <p:spPr>
          <a:xfrm>
            <a:off x="2661148" y="394410"/>
            <a:ext cx="251176" cy="332812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725" name="Google Shape;725;p50"/>
          <p:cNvGrpSpPr/>
          <p:nvPr/>
        </p:nvGrpSpPr>
        <p:grpSpPr>
          <a:xfrm>
            <a:off x="3145963" y="388276"/>
            <a:ext cx="408386" cy="345080"/>
            <a:chOff x="3918650" y="293075"/>
            <a:chExt cx="488500" cy="412775"/>
          </a:xfrm>
        </p:grpSpPr>
        <p:sp>
          <p:nvSpPr>
            <p:cNvPr id="726" name="Google Shape;726;p50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7" name="Google Shape;727;p50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28" name="Google Shape;728;p50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29" name="Google Shape;729;p50"/>
          <p:cNvGrpSpPr/>
          <p:nvPr/>
        </p:nvGrpSpPr>
        <p:grpSpPr>
          <a:xfrm>
            <a:off x="3745730" y="362235"/>
            <a:ext cx="335905" cy="397142"/>
            <a:chOff x="4636075" y="261925"/>
            <a:chExt cx="401800" cy="475050"/>
          </a:xfrm>
        </p:grpSpPr>
        <p:sp>
          <p:nvSpPr>
            <p:cNvPr id="730" name="Google Shape;730;p50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1" name="Google Shape;731;p50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2" name="Google Shape;732;p50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3" name="Google Shape;733;p50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34" name="Google Shape;734;p50"/>
          <p:cNvSpPr/>
          <p:nvPr/>
        </p:nvSpPr>
        <p:spPr>
          <a:xfrm>
            <a:off x="4284931" y="392863"/>
            <a:ext cx="384894" cy="335905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735" name="Google Shape;735;p50"/>
          <p:cNvGrpSpPr/>
          <p:nvPr/>
        </p:nvGrpSpPr>
        <p:grpSpPr>
          <a:xfrm>
            <a:off x="4872282" y="395424"/>
            <a:ext cx="336908" cy="330262"/>
            <a:chOff x="5983625" y="301625"/>
            <a:chExt cx="403000" cy="395050"/>
          </a:xfrm>
        </p:grpSpPr>
        <p:sp>
          <p:nvSpPr>
            <p:cNvPr id="736" name="Google Shape;736;p50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7" name="Google Shape;737;p50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8" name="Google Shape;738;p50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39" name="Google Shape;739;p50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0" name="Google Shape;740;p50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1" name="Google Shape;741;p50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2" name="Google Shape;742;p50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3" name="Google Shape;743;p50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4" name="Google Shape;744;p50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5" name="Google Shape;745;p50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6" name="Google Shape;746;p50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7" name="Google Shape;747;p50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8" name="Google Shape;748;p50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49" name="Google Shape;749;p50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0" name="Google Shape;750;p50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1" name="Google Shape;751;p50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2" name="Google Shape;752;p50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3" name="Google Shape;753;p50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4" name="Google Shape;754;p50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5" name="Google Shape;755;p50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56" name="Google Shape;756;p50"/>
          <p:cNvGrpSpPr/>
          <p:nvPr/>
        </p:nvGrpSpPr>
        <p:grpSpPr>
          <a:xfrm>
            <a:off x="5438358" y="392853"/>
            <a:ext cx="331808" cy="331307"/>
            <a:chOff x="6660750" y="298550"/>
            <a:chExt cx="396900" cy="396300"/>
          </a:xfrm>
        </p:grpSpPr>
        <p:sp>
          <p:nvSpPr>
            <p:cNvPr id="757" name="Google Shape;757;p50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58" name="Google Shape;758;p50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59" name="Google Shape;759;p50"/>
          <p:cNvGrpSpPr/>
          <p:nvPr/>
        </p:nvGrpSpPr>
        <p:grpSpPr>
          <a:xfrm>
            <a:off x="358968" y="914538"/>
            <a:ext cx="347107" cy="420111"/>
            <a:chOff x="584925" y="922575"/>
            <a:chExt cx="415200" cy="502525"/>
          </a:xfrm>
        </p:grpSpPr>
        <p:sp>
          <p:nvSpPr>
            <p:cNvPr id="760" name="Google Shape;760;p50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1" name="Google Shape;761;p50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2" name="Google Shape;762;p50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63" name="Google Shape;763;p50"/>
          <p:cNvGrpSpPr/>
          <p:nvPr/>
        </p:nvGrpSpPr>
        <p:grpSpPr>
          <a:xfrm>
            <a:off x="912275" y="904841"/>
            <a:ext cx="367547" cy="437980"/>
            <a:chOff x="1246775" y="910975"/>
            <a:chExt cx="439650" cy="523900"/>
          </a:xfrm>
        </p:grpSpPr>
        <p:sp>
          <p:nvSpPr>
            <p:cNvPr id="764" name="Google Shape;764;p50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5" name="Google Shape;765;p50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766" name="Google Shape;766;p50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67" name="Google Shape;767;p50"/>
          <p:cNvGrpSpPr/>
          <p:nvPr/>
        </p:nvGrpSpPr>
        <p:grpSpPr>
          <a:xfrm>
            <a:off x="1480400" y="975274"/>
            <a:ext cx="358351" cy="298118"/>
            <a:chOff x="1926350" y="995225"/>
            <a:chExt cx="428650" cy="356600"/>
          </a:xfrm>
        </p:grpSpPr>
        <p:sp>
          <p:nvSpPr>
            <p:cNvPr id="768" name="Google Shape;768;p50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69" name="Google Shape;769;p50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0" name="Google Shape;770;p50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1" name="Google Shape;771;p50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772" name="Google Shape;772;p50"/>
          <p:cNvSpPr/>
          <p:nvPr/>
        </p:nvSpPr>
        <p:spPr>
          <a:xfrm>
            <a:off x="2048085" y="950288"/>
            <a:ext cx="350200" cy="348152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73" name="Google Shape;773;p50"/>
          <p:cNvSpPr/>
          <p:nvPr/>
        </p:nvSpPr>
        <p:spPr>
          <a:xfrm>
            <a:off x="2612156" y="967656"/>
            <a:ext cx="349155" cy="313437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74" name="Google Shape;774;p50"/>
          <p:cNvSpPr/>
          <p:nvPr/>
        </p:nvSpPr>
        <p:spPr>
          <a:xfrm>
            <a:off x="3180804" y="970206"/>
            <a:ext cx="338956" cy="308317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75" name="Google Shape;775;p50"/>
          <p:cNvSpPr/>
          <p:nvPr/>
        </p:nvSpPr>
        <p:spPr>
          <a:xfrm>
            <a:off x="3755576" y="973258"/>
            <a:ext cx="316510" cy="30221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776" name="Google Shape;776;p50"/>
          <p:cNvGrpSpPr/>
          <p:nvPr/>
        </p:nvGrpSpPr>
        <p:grpSpPr>
          <a:xfrm>
            <a:off x="4302631" y="952827"/>
            <a:ext cx="349155" cy="349657"/>
            <a:chOff x="5302225" y="968375"/>
            <a:chExt cx="417650" cy="418250"/>
          </a:xfrm>
        </p:grpSpPr>
        <p:sp>
          <p:nvSpPr>
            <p:cNvPr id="777" name="Google Shape;777;p50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78" name="Google Shape;778;p50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79" name="Google Shape;779;p50"/>
          <p:cNvGrpSpPr/>
          <p:nvPr/>
        </p:nvGrpSpPr>
        <p:grpSpPr>
          <a:xfrm>
            <a:off x="4824295" y="913514"/>
            <a:ext cx="432881" cy="421637"/>
            <a:chOff x="5926225" y="921350"/>
            <a:chExt cx="517800" cy="504350"/>
          </a:xfrm>
        </p:grpSpPr>
        <p:sp>
          <p:nvSpPr>
            <p:cNvPr id="780" name="Google Shape;780;p5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1" name="Google Shape;781;p5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82" name="Google Shape;782;p50"/>
          <p:cNvGrpSpPr/>
          <p:nvPr/>
        </p:nvGrpSpPr>
        <p:grpSpPr>
          <a:xfrm>
            <a:off x="5402118" y="921686"/>
            <a:ext cx="404290" cy="405314"/>
            <a:chOff x="6617400" y="931125"/>
            <a:chExt cx="483600" cy="484825"/>
          </a:xfrm>
        </p:grpSpPr>
        <p:sp>
          <p:nvSpPr>
            <p:cNvPr id="783" name="Google Shape;783;p50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4" name="Google Shape;784;p50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85" name="Google Shape;785;p50"/>
          <p:cNvGrpSpPr/>
          <p:nvPr/>
        </p:nvGrpSpPr>
        <p:grpSpPr>
          <a:xfrm>
            <a:off x="337525" y="1551048"/>
            <a:ext cx="389994" cy="273623"/>
            <a:chOff x="559275" y="1683950"/>
            <a:chExt cx="466500" cy="327300"/>
          </a:xfrm>
        </p:grpSpPr>
        <p:sp>
          <p:nvSpPr>
            <p:cNvPr id="786" name="Google Shape;786;p50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87" name="Google Shape;787;p50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88" name="Google Shape;788;p50"/>
          <p:cNvGrpSpPr/>
          <p:nvPr/>
        </p:nvGrpSpPr>
        <p:grpSpPr>
          <a:xfrm>
            <a:off x="901052" y="1496958"/>
            <a:ext cx="389994" cy="381822"/>
            <a:chOff x="1233350" y="1619250"/>
            <a:chExt cx="466500" cy="456725"/>
          </a:xfrm>
        </p:grpSpPr>
        <p:sp>
          <p:nvSpPr>
            <p:cNvPr id="789" name="Google Shape;789;p50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0" name="Google Shape;790;p50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1" name="Google Shape;791;p50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2" name="Google Shape;792;p50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93" name="Google Shape;793;p50"/>
          <p:cNvGrpSpPr/>
          <p:nvPr/>
        </p:nvGrpSpPr>
        <p:grpSpPr>
          <a:xfrm>
            <a:off x="1476826" y="1505109"/>
            <a:ext cx="365499" cy="365499"/>
            <a:chOff x="1922075" y="1629000"/>
            <a:chExt cx="437200" cy="437200"/>
          </a:xfrm>
        </p:grpSpPr>
        <p:sp>
          <p:nvSpPr>
            <p:cNvPr id="794" name="Google Shape;794;p50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5" name="Google Shape;795;p50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796" name="Google Shape;796;p50"/>
          <p:cNvGrpSpPr/>
          <p:nvPr/>
        </p:nvGrpSpPr>
        <p:grpSpPr>
          <a:xfrm>
            <a:off x="2038827" y="1503584"/>
            <a:ext cx="368551" cy="368551"/>
            <a:chOff x="2594325" y="1627175"/>
            <a:chExt cx="440850" cy="440850"/>
          </a:xfrm>
        </p:grpSpPr>
        <p:sp>
          <p:nvSpPr>
            <p:cNvPr id="797" name="Google Shape;797;p5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8" name="Google Shape;798;p5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00" name="Google Shape;800;p50"/>
          <p:cNvSpPr/>
          <p:nvPr/>
        </p:nvSpPr>
        <p:spPr>
          <a:xfrm>
            <a:off x="2618782" y="1519981"/>
            <a:ext cx="335905" cy="33588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01" name="Google Shape;801;p50"/>
          <p:cNvGrpSpPr/>
          <p:nvPr/>
        </p:nvGrpSpPr>
        <p:grpSpPr>
          <a:xfrm>
            <a:off x="3200595" y="1476017"/>
            <a:ext cx="299121" cy="423685"/>
            <a:chOff x="3984000" y="1594200"/>
            <a:chExt cx="357800" cy="506800"/>
          </a:xfrm>
        </p:grpSpPr>
        <p:sp>
          <p:nvSpPr>
            <p:cNvPr id="802" name="Google Shape;802;p50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3" name="Google Shape;803;p50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04" name="Google Shape;804;p50"/>
          <p:cNvGrpSpPr/>
          <p:nvPr/>
        </p:nvGrpSpPr>
        <p:grpSpPr>
          <a:xfrm>
            <a:off x="3716637" y="1566869"/>
            <a:ext cx="394090" cy="241980"/>
            <a:chOff x="4601275" y="1702875"/>
            <a:chExt cx="471400" cy="289450"/>
          </a:xfrm>
        </p:grpSpPr>
        <p:sp>
          <p:nvSpPr>
            <p:cNvPr id="805" name="Google Shape;805;p50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6" name="Google Shape;806;p50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7" name="Google Shape;807;p50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8" name="Google Shape;808;p50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09" name="Google Shape;809;p50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10" name="Google Shape;810;p50"/>
          <p:cNvGrpSpPr/>
          <p:nvPr/>
        </p:nvGrpSpPr>
        <p:grpSpPr>
          <a:xfrm>
            <a:off x="4299057" y="1507659"/>
            <a:ext cx="356303" cy="360400"/>
            <a:chOff x="5297950" y="1632050"/>
            <a:chExt cx="426200" cy="431100"/>
          </a:xfrm>
        </p:grpSpPr>
        <p:sp>
          <p:nvSpPr>
            <p:cNvPr id="811" name="Google Shape;811;p50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2" name="Google Shape;812;p50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13" name="Google Shape;813;p50"/>
          <p:cNvGrpSpPr/>
          <p:nvPr/>
        </p:nvGrpSpPr>
        <p:grpSpPr>
          <a:xfrm>
            <a:off x="4861560" y="1496958"/>
            <a:ext cx="358351" cy="381822"/>
            <a:chOff x="5970800" y="1619250"/>
            <a:chExt cx="428650" cy="456725"/>
          </a:xfrm>
        </p:grpSpPr>
        <p:sp>
          <p:nvSpPr>
            <p:cNvPr id="814" name="Google Shape;814;p50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5" name="Google Shape;815;p50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6" name="Google Shape;816;p50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7" name="Google Shape;817;p50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18" name="Google Shape;818;p50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19" name="Google Shape;819;p50"/>
          <p:cNvGrpSpPr/>
          <p:nvPr/>
        </p:nvGrpSpPr>
        <p:grpSpPr>
          <a:xfrm>
            <a:off x="5408764" y="1492360"/>
            <a:ext cx="401719" cy="366502"/>
            <a:chOff x="6625350" y="1613750"/>
            <a:chExt cx="480525" cy="438400"/>
          </a:xfrm>
        </p:grpSpPr>
        <p:sp>
          <p:nvSpPr>
            <p:cNvPr id="820" name="Google Shape;820;p50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1" name="Google Shape;821;p50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2" name="Google Shape;822;p50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3" name="Google Shape;823;p50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4" name="Google Shape;824;p50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25" name="Google Shape;825;p50"/>
          <p:cNvGrpSpPr/>
          <p:nvPr/>
        </p:nvGrpSpPr>
        <p:grpSpPr>
          <a:xfrm>
            <a:off x="380913" y="2088554"/>
            <a:ext cx="303217" cy="325685"/>
            <a:chOff x="611175" y="2326900"/>
            <a:chExt cx="362700" cy="389575"/>
          </a:xfrm>
        </p:grpSpPr>
        <p:sp>
          <p:nvSpPr>
            <p:cNvPr id="826" name="Google Shape;826;p50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7" name="Google Shape;827;p50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8" name="Google Shape;828;p50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29" name="Google Shape;829;p50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30" name="Google Shape;830;p50"/>
          <p:cNvSpPr/>
          <p:nvPr/>
        </p:nvSpPr>
        <p:spPr>
          <a:xfrm>
            <a:off x="936309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499857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32" name="Google Shape;832;p50"/>
          <p:cNvSpPr/>
          <p:nvPr/>
        </p:nvSpPr>
        <p:spPr>
          <a:xfrm>
            <a:off x="2063406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33" name="Google Shape;833;p50"/>
          <p:cNvGrpSpPr/>
          <p:nvPr/>
        </p:nvGrpSpPr>
        <p:grpSpPr>
          <a:xfrm>
            <a:off x="2701378" y="2036492"/>
            <a:ext cx="170502" cy="425733"/>
            <a:chOff x="3386850" y="2264625"/>
            <a:chExt cx="203950" cy="509250"/>
          </a:xfrm>
        </p:grpSpPr>
        <p:sp>
          <p:nvSpPr>
            <p:cNvPr id="834" name="Google Shape;834;p50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5" name="Google Shape;835;p50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36" name="Google Shape;836;p50"/>
          <p:cNvGrpSpPr/>
          <p:nvPr/>
        </p:nvGrpSpPr>
        <p:grpSpPr>
          <a:xfrm>
            <a:off x="3843751" y="2090602"/>
            <a:ext cx="139863" cy="317513"/>
            <a:chOff x="4753325" y="2329350"/>
            <a:chExt cx="167300" cy="379800"/>
          </a:xfrm>
        </p:grpSpPr>
        <p:sp>
          <p:nvSpPr>
            <p:cNvPr id="837" name="Google Shape;837;p50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8" name="Google Shape;838;p50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39" name="Google Shape;839;p50"/>
          <p:cNvGrpSpPr/>
          <p:nvPr/>
        </p:nvGrpSpPr>
        <p:grpSpPr>
          <a:xfrm>
            <a:off x="3277654" y="2038519"/>
            <a:ext cx="145004" cy="421658"/>
            <a:chOff x="4076175" y="2267050"/>
            <a:chExt cx="173450" cy="504375"/>
          </a:xfrm>
        </p:grpSpPr>
        <p:sp>
          <p:nvSpPr>
            <p:cNvPr id="840" name="Google Shape;840;p50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1" name="Google Shape;841;p50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42" name="Google Shape;842;p50"/>
          <p:cNvSpPr/>
          <p:nvPr/>
        </p:nvSpPr>
        <p:spPr>
          <a:xfrm>
            <a:off x="4317599" y="2083007"/>
            <a:ext cx="319561" cy="336908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43" name="Google Shape;843;p50"/>
          <p:cNvGrpSpPr/>
          <p:nvPr/>
        </p:nvGrpSpPr>
        <p:grpSpPr>
          <a:xfrm>
            <a:off x="4865134" y="2089056"/>
            <a:ext cx="351204" cy="324661"/>
            <a:chOff x="5975075" y="2327500"/>
            <a:chExt cx="420100" cy="388350"/>
          </a:xfrm>
        </p:grpSpPr>
        <p:sp>
          <p:nvSpPr>
            <p:cNvPr id="844" name="Google Shape;844;p50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5" name="Google Shape;845;p50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46" name="Google Shape;846;p50"/>
          <p:cNvGrpSpPr/>
          <p:nvPr/>
        </p:nvGrpSpPr>
        <p:grpSpPr>
          <a:xfrm>
            <a:off x="5496544" y="2079358"/>
            <a:ext cx="215437" cy="351204"/>
            <a:chOff x="6730350" y="2315900"/>
            <a:chExt cx="257700" cy="420100"/>
          </a:xfrm>
        </p:grpSpPr>
        <p:sp>
          <p:nvSpPr>
            <p:cNvPr id="847" name="Google Shape;847;p50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8" name="Google Shape;848;p50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49" name="Google Shape;849;p50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0" name="Google Shape;850;p50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1" name="Google Shape;851;p50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52" name="Google Shape;852;p50"/>
          <p:cNvGrpSpPr/>
          <p:nvPr/>
        </p:nvGrpSpPr>
        <p:grpSpPr>
          <a:xfrm>
            <a:off x="477889" y="2615840"/>
            <a:ext cx="109265" cy="398166"/>
            <a:chOff x="727175" y="2957625"/>
            <a:chExt cx="130700" cy="476275"/>
          </a:xfrm>
        </p:grpSpPr>
        <p:sp>
          <p:nvSpPr>
            <p:cNvPr id="853" name="Google Shape;853;p50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4" name="Google Shape;854;p50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55" name="Google Shape;855;p50"/>
          <p:cNvSpPr/>
          <p:nvPr/>
        </p:nvSpPr>
        <p:spPr>
          <a:xfrm>
            <a:off x="1492208" y="2600114"/>
            <a:ext cx="334860" cy="429809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56" name="Google Shape;856;p50"/>
          <p:cNvSpPr/>
          <p:nvPr/>
        </p:nvSpPr>
        <p:spPr>
          <a:xfrm>
            <a:off x="972049" y="2600114"/>
            <a:ext cx="248083" cy="429809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57" name="Google Shape;857;p50"/>
          <p:cNvGrpSpPr/>
          <p:nvPr/>
        </p:nvGrpSpPr>
        <p:grpSpPr>
          <a:xfrm>
            <a:off x="2029631" y="2628589"/>
            <a:ext cx="386943" cy="372647"/>
            <a:chOff x="2583325" y="2972875"/>
            <a:chExt cx="462850" cy="445750"/>
          </a:xfrm>
        </p:grpSpPr>
        <p:sp>
          <p:nvSpPr>
            <p:cNvPr id="858" name="Google Shape;858;p50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59" name="Google Shape;859;p50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60" name="Google Shape;860;p50"/>
          <p:cNvGrpSpPr/>
          <p:nvPr/>
        </p:nvGrpSpPr>
        <p:grpSpPr>
          <a:xfrm>
            <a:off x="2579886" y="2684246"/>
            <a:ext cx="413486" cy="261355"/>
            <a:chOff x="3241525" y="3039450"/>
            <a:chExt cx="494600" cy="312625"/>
          </a:xfrm>
        </p:grpSpPr>
        <p:sp>
          <p:nvSpPr>
            <p:cNvPr id="861" name="Google Shape;861;p50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2" name="Google Shape;862;p50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63" name="Google Shape;863;p50"/>
          <p:cNvSpPr/>
          <p:nvPr/>
        </p:nvSpPr>
        <p:spPr>
          <a:xfrm>
            <a:off x="3736180" y="2637380"/>
            <a:ext cx="355300" cy="35527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64" name="Google Shape;864;p50"/>
          <p:cNvGrpSpPr/>
          <p:nvPr/>
        </p:nvGrpSpPr>
        <p:grpSpPr>
          <a:xfrm>
            <a:off x="4263318" y="2656679"/>
            <a:ext cx="427781" cy="316489"/>
            <a:chOff x="5255200" y="3006475"/>
            <a:chExt cx="511700" cy="378575"/>
          </a:xfrm>
        </p:grpSpPr>
        <p:sp>
          <p:nvSpPr>
            <p:cNvPr id="865" name="Google Shape;865;p50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6" name="Google Shape;866;p50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67" name="Google Shape;867;p50"/>
          <p:cNvGrpSpPr/>
          <p:nvPr/>
        </p:nvGrpSpPr>
        <p:grpSpPr>
          <a:xfrm>
            <a:off x="3177104" y="2638308"/>
            <a:ext cx="346104" cy="353231"/>
            <a:chOff x="3955900" y="2984500"/>
            <a:chExt cx="414000" cy="422525"/>
          </a:xfrm>
        </p:grpSpPr>
        <p:sp>
          <p:nvSpPr>
            <p:cNvPr id="868" name="Google Shape;868;p50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69" name="Google Shape;869;p50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0" name="Google Shape;870;p50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871" name="Google Shape;871;p50"/>
          <p:cNvSpPr/>
          <p:nvPr/>
        </p:nvSpPr>
        <p:spPr>
          <a:xfrm>
            <a:off x="341117" y="3226449"/>
            <a:ext cx="386922" cy="304241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872" name="Google Shape;872;p50"/>
          <p:cNvSpPr/>
          <p:nvPr/>
        </p:nvSpPr>
        <p:spPr>
          <a:xfrm>
            <a:off x="4906165" y="2621036"/>
            <a:ext cx="269526" cy="387967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873" name="Google Shape;873;p50"/>
          <p:cNvGrpSpPr/>
          <p:nvPr/>
        </p:nvGrpSpPr>
        <p:grpSpPr>
          <a:xfrm>
            <a:off x="5472049" y="2633187"/>
            <a:ext cx="264427" cy="375719"/>
            <a:chOff x="6701050" y="2978375"/>
            <a:chExt cx="316300" cy="449425"/>
          </a:xfrm>
        </p:grpSpPr>
        <p:sp>
          <p:nvSpPr>
            <p:cNvPr id="874" name="Google Shape;874;p50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5" name="Google Shape;875;p50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76" name="Google Shape;876;p50"/>
          <p:cNvGrpSpPr/>
          <p:nvPr/>
        </p:nvGrpSpPr>
        <p:grpSpPr>
          <a:xfrm>
            <a:off x="907677" y="3251848"/>
            <a:ext cx="376743" cy="253204"/>
            <a:chOff x="1241275" y="3718400"/>
            <a:chExt cx="450650" cy="302875"/>
          </a:xfrm>
        </p:grpSpPr>
        <p:sp>
          <p:nvSpPr>
            <p:cNvPr id="877" name="Google Shape;877;p50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8" name="Google Shape;878;p50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79" name="Google Shape;879;p50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0" name="Google Shape;880;p50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81" name="Google Shape;881;p50"/>
          <p:cNvGrpSpPr/>
          <p:nvPr/>
        </p:nvGrpSpPr>
        <p:grpSpPr>
          <a:xfrm>
            <a:off x="1476324" y="3232453"/>
            <a:ext cx="366502" cy="292496"/>
            <a:chOff x="1921475" y="3695200"/>
            <a:chExt cx="438400" cy="349875"/>
          </a:xfrm>
        </p:grpSpPr>
        <p:sp>
          <p:nvSpPr>
            <p:cNvPr id="882" name="Google Shape;882;p50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3" name="Google Shape;883;p50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4" name="Google Shape;884;p50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85" name="Google Shape;885;p50"/>
          <p:cNvGrpSpPr/>
          <p:nvPr/>
        </p:nvGrpSpPr>
        <p:grpSpPr>
          <a:xfrm>
            <a:off x="2043425" y="3227855"/>
            <a:ext cx="359355" cy="301190"/>
            <a:chOff x="2599825" y="3689700"/>
            <a:chExt cx="429850" cy="360275"/>
          </a:xfrm>
        </p:grpSpPr>
        <p:sp>
          <p:nvSpPr>
            <p:cNvPr id="886" name="Google Shape;886;p50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87" name="Google Shape;887;p50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88" name="Google Shape;888;p50"/>
          <p:cNvGrpSpPr/>
          <p:nvPr/>
        </p:nvGrpSpPr>
        <p:grpSpPr>
          <a:xfrm>
            <a:off x="2624299" y="3196714"/>
            <a:ext cx="324661" cy="338956"/>
            <a:chOff x="3294650" y="3652450"/>
            <a:chExt cx="388350" cy="405450"/>
          </a:xfrm>
        </p:grpSpPr>
        <p:sp>
          <p:nvSpPr>
            <p:cNvPr id="889" name="Google Shape;889;p50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0" name="Google Shape;890;p50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1" name="Google Shape;891;p50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92" name="Google Shape;892;p50"/>
          <p:cNvGrpSpPr/>
          <p:nvPr/>
        </p:nvGrpSpPr>
        <p:grpSpPr>
          <a:xfrm>
            <a:off x="3160781" y="3239601"/>
            <a:ext cx="378750" cy="277698"/>
            <a:chOff x="3936375" y="3703750"/>
            <a:chExt cx="453050" cy="332175"/>
          </a:xfrm>
        </p:grpSpPr>
        <p:sp>
          <p:nvSpPr>
            <p:cNvPr id="893" name="Google Shape;893;p50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4" name="Google Shape;894;p50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5" name="Google Shape;895;p50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6" name="Google Shape;896;p50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97" name="Google Shape;897;p50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98" name="Google Shape;898;p50"/>
          <p:cNvGrpSpPr/>
          <p:nvPr/>
        </p:nvGrpSpPr>
        <p:grpSpPr>
          <a:xfrm>
            <a:off x="3724307" y="3239601"/>
            <a:ext cx="378750" cy="277698"/>
            <a:chOff x="4610450" y="3703750"/>
            <a:chExt cx="453050" cy="332175"/>
          </a:xfrm>
        </p:grpSpPr>
        <p:sp>
          <p:nvSpPr>
            <p:cNvPr id="899" name="Google Shape;899;p50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0" name="Google Shape;900;p50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01" name="Google Shape;901;p50"/>
          <p:cNvGrpSpPr/>
          <p:nvPr/>
        </p:nvGrpSpPr>
        <p:grpSpPr>
          <a:xfrm>
            <a:off x="4301106" y="3211532"/>
            <a:ext cx="352207" cy="333836"/>
            <a:chOff x="5300400" y="3670175"/>
            <a:chExt cx="421300" cy="399325"/>
          </a:xfrm>
        </p:grpSpPr>
        <p:sp>
          <p:nvSpPr>
            <p:cNvPr id="902" name="Google Shape;902;p50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3" name="Google Shape;903;p50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4" name="Google Shape;904;p50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5" name="Google Shape;905;p50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06" name="Google Shape;906;p50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07" name="Google Shape;907;p50"/>
          <p:cNvSpPr/>
          <p:nvPr/>
        </p:nvSpPr>
        <p:spPr>
          <a:xfrm>
            <a:off x="4844905" y="3182557"/>
            <a:ext cx="392042" cy="392021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08" name="Google Shape;908;p50"/>
          <p:cNvGrpSpPr/>
          <p:nvPr/>
        </p:nvGrpSpPr>
        <p:grpSpPr>
          <a:xfrm>
            <a:off x="5433259" y="3207435"/>
            <a:ext cx="342008" cy="342029"/>
            <a:chOff x="6654650" y="3665275"/>
            <a:chExt cx="409100" cy="409125"/>
          </a:xfrm>
        </p:grpSpPr>
        <p:sp>
          <p:nvSpPr>
            <p:cNvPr id="909" name="Google Shape;909;p5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0" name="Google Shape;910;p5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11" name="Google Shape;911;p50"/>
          <p:cNvGrpSpPr/>
          <p:nvPr/>
        </p:nvGrpSpPr>
        <p:grpSpPr>
          <a:xfrm>
            <a:off x="347223" y="3756667"/>
            <a:ext cx="370599" cy="370620"/>
            <a:chOff x="570875" y="4322250"/>
            <a:chExt cx="443300" cy="443325"/>
          </a:xfrm>
        </p:grpSpPr>
        <p:sp>
          <p:nvSpPr>
            <p:cNvPr id="912" name="Google Shape;912;p50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3" name="Google Shape;913;p5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4" name="Google Shape;914;p5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5" name="Google Shape;915;p5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16" name="Google Shape;916;p50"/>
          <p:cNvSpPr/>
          <p:nvPr/>
        </p:nvSpPr>
        <p:spPr>
          <a:xfrm>
            <a:off x="895469" y="3828789"/>
            <a:ext cx="401238" cy="22666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17" name="Google Shape;917;p50"/>
          <p:cNvGrpSpPr/>
          <p:nvPr/>
        </p:nvGrpSpPr>
        <p:grpSpPr>
          <a:xfrm>
            <a:off x="1524812" y="3729120"/>
            <a:ext cx="269526" cy="425712"/>
            <a:chOff x="1979475" y="4289300"/>
            <a:chExt cx="322400" cy="509225"/>
          </a:xfrm>
        </p:grpSpPr>
        <p:sp>
          <p:nvSpPr>
            <p:cNvPr id="918" name="Google Shape;918;p50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21" name="Google Shape;921;p50"/>
          <p:cNvGrpSpPr/>
          <p:nvPr/>
        </p:nvGrpSpPr>
        <p:grpSpPr>
          <a:xfrm>
            <a:off x="2064346" y="3734722"/>
            <a:ext cx="318014" cy="414510"/>
            <a:chOff x="2624850" y="4296000"/>
            <a:chExt cx="380400" cy="495825"/>
          </a:xfrm>
        </p:grpSpPr>
        <p:sp>
          <p:nvSpPr>
            <p:cNvPr id="922" name="Google Shape;922;p50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3" name="Google Shape;923;p50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24" name="Google Shape;924;p50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25" name="Google Shape;925;p50"/>
          <p:cNvSpPr/>
          <p:nvPr/>
        </p:nvSpPr>
        <p:spPr>
          <a:xfrm>
            <a:off x="3180303" y="3772127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26" name="Google Shape;926;p50"/>
          <p:cNvSpPr/>
          <p:nvPr/>
        </p:nvSpPr>
        <p:spPr>
          <a:xfrm>
            <a:off x="2616754" y="3793571"/>
            <a:ext cx="339959" cy="297094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27" name="Google Shape;927;p50"/>
          <p:cNvSpPr/>
          <p:nvPr/>
        </p:nvSpPr>
        <p:spPr>
          <a:xfrm>
            <a:off x="3742304" y="3770601"/>
            <a:ext cx="343053" cy="343032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28" name="Google Shape;928;p50"/>
          <p:cNvGrpSpPr/>
          <p:nvPr/>
        </p:nvGrpSpPr>
        <p:grpSpPr>
          <a:xfrm>
            <a:off x="4280686" y="3775560"/>
            <a:ext cx="393045" cy="332833"/>
            <a:chOff x="5275975" y="4344850"/>
            <a:chExt cx="470150" cy="398125"/>
          </a:xfrm>
        </p:grpSpPr>
        <p:sp>
          <p:nvSpPr>
            <p:cNvPr id="929" name="Google Shape;929;p50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0" name="Google Shape;930;p50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1" name="Google Shape;931;p50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32" name="Google Shape;932;p50"/>
          <p:cNvSpPr/>
          <p:nvPr/>
        </p:nvSpPr>
        <p:spPr>
          <a:xfrm>
            <a:off x="4864301" y="3765502"/>
            <a:ext cx="353252" cy="353231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33" name="Google Shape;933;p50"/>
          <p:cNvGrpSpPr/>
          <p:nvPr/>
        </p:nvGrpSpPr>
        <p:grpSpPr>
          <a:xfrm>
            <a:off x="5423039" y="3748516"/>
            <a:ext cx="362448" cy="386922"/>
            <a:chOff x="6642425" y="4312500"/>
            <a:chExt cx="433550" cy="462825"/>
          </a:xfrm>
        </p:grpSpPr>
        <p:sp>
          <p:nvSpPr>
            <p:cNvPr id="934" name="Google Shape;934;p50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5" name="Google Shape;935;p50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36" name="Google Shape;936;p50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37" name="Google Shape;937;p50"/>
          <p:cNvSpPr/>
          <p:nvPr/>
        </p:nvSpPr>
        <p:spPr>
          <a:xfrm>
            <a:off x="299775" y="4368343"/>
            <a:ext cx="465527" cy="274647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38" name="Google Shape;938;p50"/>
          <p:cNvGrpSpPr/>
          <p:nvPr/>
        </p:nvGrpSpPr>
        <p:grpSpPr>
          <a:xfrm>
            <a:off x="910227" y="4322764"/>
            <a:ext cx="371623" cy="365499"/>
            <a:chOff x="1244325" y="4999400"/>
            <a:chExt cx="444525" cy="437200"/>
          </a:xfrm>
        </p:grpSpPr>
        <p:sp>
          <p:nvSpPr>
            <p:cNvPr id="939" name="Google Shape;939;p50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0" name="Google Shape;940;p50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1" name="Google Shape;941;p50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2" name="Google Shape;942;p50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3" name="Google Shape;943;p50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44" name="Google Shape;944;p50"/>
          <p:cNvGrpSpPr/>
          <p:nvPr/>
        </p:nvGrpSpPr>
        <p:grpSpPr>
          <a:xfrm>
            <a:off x="1506943" y="4311018"/>
            <a:ext cx="305265" cy="388970"/>
            <a:chOff x="1958100" y="4985350"/>
            <a:chExt cx="365150" cy="465275"/>
          </a:xfrm>
        </p:grpSpPr>
        <p:sp>
          <p:nvSpPr>
            <p:cNvPr id="945" name="Google Shape;945;p50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6" name="Google Shape;946;p50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47" name="Google Shape;947;p50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48" name="Google Shape;948;p50"/>
          <p:cNvGrpSpPr/>
          <p:nvPr/>
        </p:nvGrpSpPr>
        <p:grpSpPr>
          <a:xfrm>
            <a:off x="2048002" y="4325815"/>
            <a:ext cx="350200" cy="359877"/>
            <a:chOff x="2605300" y="5003050"/>
            <a:chExt cx="418900" cy="430475"/>
          </a:xfrm>
        </p:grpSpPr>
        <p:sp>
          <p:nvSpPr>
            <p:cNvPr id="949" name="Google Shape;949;p50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0" name="Google Shape;950;p50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1" name="Google Shape;951;p50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52" name="Google Shape;952;p50"/>
          <p:cNvGrpSpPr/>
          <p:nvPr/>
        </p:nvGrpSpPr>
        <p:grpSpPr>
          <a:xfrm>
            <a:off x="2577336" y="4333486"/>
            <a:ext cx="418585" cy="344056"/>
            <a:chOff x="3238475" y="5012225"/>
            <a:chExt cx="500700" cy="411550"/>
          </a:xfrm>
        </p:grpSpPr>
        <p:sp>
          <p:nvSpPr>
            <p:cNvPr id="953" name="Google Shape;953;p50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4" name="Google Shape;954;p50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5" name="Google Shape;955;p50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6" name="Google Shape;956;p50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7" name="Google Shape;957;p50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58" name="Google Shape;958;p50"/>
          <p:cNvGrpSpPr/>
          <p:nvPr/>
        </p:nvGrpSpPr>
        <p:grpSpPr>
          <a:xfrm>
            <a:off x="3683970" y="4296723"/>
            <a:ext cx="459424" cy="417561"/>
            <a:chOff x="4562200" y="4968250"/>
            <a:chExt cx="549550" cy="499475"/>
          </a:xfrm>
        </p:grpSpPr>
        <p:sp>
          <p:nvSpPr>
            <p:cNvPr id="959" name="Google Shape;959;p50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0" name="Google Shape;960;p50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2" name="Google Shape;962;p50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3" name="Google Shape;963;p50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64" name="Google Shape;964;p50"/>
          <p:cNvGrpSpPr/>
          <p:nvPr/>
        </p:nvGrpSpPr>
        <p:grpSpPr>
          <a:xfrm>
            <a:off x="3190898" y="4320214"/>
            <a:ext cx="318516" cy="370076"/>
            <a:chOff x="3972400" y="4996350"/>
            <a:chExt cx="381000" cy="442675"/>
          </a:xfrm>
        </p:grpSpPr>
        <p:sp>
          <p:nvSpPr>
            <p:cNvPr id="965" name="Google Shape;965;p50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6" name="Google Shape;966;p50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67" name="Google Shape;967;p50"/>
          <p:cNvGrpSpPr/>
          <p:nvPr/>
        </p:nvGrpSpPr>
        <p:grpSpPr>
          <a:xfrm>
            <a:off x="4251594" y="4289073"/>
            <a:ext cx="451252" cy="432860"/>
            <a:chOff x="5241175" y="4959100"/>
            <a:chExt cx="539775" cy="517775"/>
          </a:xfrm>
        </p:grpSpPr>
        <p:sp>
          <p:nvSpPr>
            <p:cNvPr id="968" name="Google Shape;968;p50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69" name="Google Shape;969;p50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0" name="Google Shape;970;p50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1" name="Google Shape;971;p50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2" name="Google Shape;972;p50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3" name="Google Shape;973;p50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974" name="Google Shape;974;p50"/>
          <p:cNvSpPr/>
          <p:nvPr/>
        </p:nvSpPr>
        <p:spPr>
          <a:xfrm>
            <a:off x="4842355" y="4395912"/>
            <a:ext cx="397142" cy="219513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grpSp>
        <p:nvGrpSpPr>
          <p:cNvPr id="975" name="Google Shape;975;p50"/>
          <p:cNvGrpSpPr/>
          <p:nvPr/>
        </p:nvGrpSpPr>
        <p:grpSpPr>
          <a:xfrm>
            <a:off x="5458778" y="4353382"/>
            <a:ext cx="289444" cy="332833"/>
            <a:chOff x="6685175" y="5036025"/>
            <a:chExt cx="346225" cy="398125"/>
          </a:xfrm>
        </p:grpSpPr>
        <p:sp>
          <p:nvSpPr>
            <p:cNvPr id="976" name="Google Shape;976;p50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7" name="Google Shape;977;p50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8" name="Google Shape;978;p50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79" name="Google Shape;979;p50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80" name="Google Shape;980;p50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81" name="Google Shape;981;p50"/>
          <p:cNvGrpSpPr/>
          <p:nvPr/>
        </p:nvGrpSpPr>
        <p:grpSpPr>
          <a:xfrm>
            <a:off x="6283418" y="2106199"/>
            <a:ext cx="432570" cy="421334"/>
            <a:chOff x="5926225" y="921350"/>
            <a:chExt cx="517800" cy="504350"/>
          </a:xfrm>
        </p:grpSpPr>
        <p:sp>
          <p:nvSpPr>
            <p:cNvPr id="982" name="Google Shape;982;p5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983" name="Google Shape;983;p5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984" name="Google Shape;984;p50"/>
          <p:cNvSpPr/>
          <p:nvPr/>
        </p:nvSpPr>
        <p:spPr>
          <a:xfrm>
            <a:off x="6477338" y="23422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5" name="Google Shape;985;p50"/>
          <p:cNvGrpSpPr/>
          <p:nvPr/>
        </p:nvGrpSpPr>
        <p:grpSpPr>
          <a:xfrm>
            <a:off x="7168405" y="2085579"/>
            <a:ext cx="432570" cy="421334"/>
            <a:chOff x="5926225" y="921350"/>
            <a:chExt cx="517800" cy="504350"/>
          </a:xfrm>
        </p:grpSpPr>
        <p:sp>
          <p:nvSpPr>
            <p:cNvPr id="986" name="Google Shape;986;p5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5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8" name="Google Shape;988;p50"/>
          <p:cNvSpPr/>
          <p:nvPr/>
        </p:nvSpPr>
        <p:spPr>
          <a:xfrm>
            <a:off x="7362326" y="23216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6D9E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9" name="Google Shape;989;p50"/>
          <p:cNvGrpSpPr/>
          <p:nvPr/>
        </p:nvGrpSpPr>
        <p:grpSpPr>
          <a:xfrm>
            <a:off x="6283685" y="2834621"/>
            <a:ext cx="1075937" cy="1047989"/>
            <a:chOff x="5926225" y="921350"/>
            <a:chExt cx="517800" cy="504350"/>
          </a:xfrm>
        </p:grpSpPr>
        <p:sp>
          <p:nvSpPr>
            <p:cNvPr id="990" name="Google Shape;990;p5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D966"/>
            </a:solidFill>
            <a:ln w="28575" cap="flat" cmpd="sng">
              <a:solidFill>
                <a:srgbClr val="E69138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D966"/>
            </a:solidFill>
            <a:ln w="28575" cap="flat" cmpd="sng">
              <a:solidFill>
                <a:srgbClr val="E69138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2" name="Google Shape;992;p50"/>
          <p:cNvSpPr/>
          <p:nvPr/>
        </p:nvSpPr>
        <p:spPr>
          <a:xfrm>
            <a:off x="6765998" y="34217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6D9EEB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50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title"/>
          </p:nvPr>
        </p:nvSpPr>
        <p:spPr>
          <a:xfrm>
            <a:off x="914575" y="495875"/>
            <a:ext cx="6026700" cy="81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w Cen MT" panose="020B0602020104020603" pitchFamily="34" charset="77"/>
              </a:rPr>
              <a:t>Brand Logos</a:t>
            </a:r>
            <a:endParaRPr sz="3200" dirty="0">
              <a:latin typeface="Tw Cen MT" panose="020B0602020104020603" pitchFamily="34" charset="77"/>
            </a:endParaRPr>
          </a:p>
        </p:txBody>
      </p:sp>
      <p:sp>
        <p:nvSpPr>
          <p:cNvPr id="193" name="Google Shape;193;p20"/>
          <p:cNvSpPr txBox="1">
            <a:spLocks noGrp="1"/>
          </p:cNvSpPr>
          <p:nvPr>
            <p:ph type="sldNum" idx="12"/>
          </p:nvPr>
        </p:nvSpPr>
        <p:spPr>
          <a:xfrm>
            <a:off x="8557525" y="0"/>
            <a:ext cx="4341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39A09B-36B6-1C5D-9F63-8253E3E8D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575" y="1308875"/>
            <a:ext cx="7106478" cy="37602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>
            <a:spLocks noGrp="1"/>
          </p:cNvSpPr>
          <p:nvPr>
            <p:ph type="ctrTitle"/>
          </p:nvPr>
        </p:nvSpPr>
        <p:spPr>
          <a:xfrm>
            <a:off x="2804492" y="539169"/>
            <a:ext cx="4182717" cy="75291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Tw Cen MT" panose="020B0602020104020603" pitchFamily="34" charset="77"/>
              </a:rPr>
              <a:t>OUR BRANDS</a:t>
            </a:r>
            <a:endParaRPr sz="5400" dirty="0">
              <a:latin typeface="Tw Cen MT" panose="020B06020201040206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0BC02C-5589-305B-91EC-3409A11FB916}"/>
              </a:ext>
            </a:extLst>
          </p:cNvPr>
          <p:cNvSpPr/>
          <p:nvPr/>
        </p:nvSpPr>
        <p:spPr>
          <a:xfrm>
            <a:off x="2280888" y="2079763"/>
            <a:ext cx="2047461" cy="1143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FB2AF-D098-6342-122C-69705947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021" y="2255795"/>
            <a:ext cx="1753194" cy="966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3233F9-1BD9-CD25-7A74-99C213CF8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193" y="2017272"/>
            <a:ext cx="1886108" cy="1327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urrey template">
  <a:themeElements>
    <a:clrScheme name="Custom 347">
      <a:dk1>
        <a:srgbClr val="061E3A"/>
      </a:dk1>
      <a:lt1>
        <a:srgbClr val="FFFFFF"/>
      </a:lt1>
      <a:dk2>
        <a:srgbClr val="757C83"/>
      </a:dk2>
      <a:lt2>
        <a:srgbClr val="EBF0F3"/>
      </a:lt2>
      <a:accent1>
        <a:srgbClr val="7FCA20"/>
      </a:accent1>
      <a:accent2>
        <a:srgbClr val="02C1D3"/>
      </a:accent2>
      <a:accent3>
        <a:srgbClr val="66BDE8"/>
      </a:accent3>
      <a:accent4>
        <a:srgbClr val="1985D2"/>
      </a:accent4>
      <a:accent5>
        <a:srgbClr val="184880"/>
      </a:accent5>
      <a:accent6>
        <a:srgbClr val="061E3A"/>
      </a:accent6>
      <a:hlink>
        <a:srgbClr val="1985D2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547</Words>
  <Application>Microsoft Macintosh PowerPoint</Application>
  <PresentationFormat>On-screen Show (16:9)</PresentationFormat>
  <Paragraphs>209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Merriweather</vt:lpstr>
      <vt:lpstr>IBM Plex Sans Light</vt:lpstr>
      <vt:lpstr>Arial</vt:lpstr>
      <vt:lpstr>Calibri</vt:lpstr>
      <vt:lpstr>Tw Cen MT</vt:lpstr>
      <vt:lpstr>IBM Plex Sans</vt:lpstr>
      <vt:lpstr>Surrey template</vt:lpstr>
      <vt:lpstr>PowerPoint Presentation</vt:lpstr>
      <vt:lpstr>ABOUT US</vt:lpstr>
      <vt:lpstr>You can also split your content</vt:lpstr>
      <vt:lpstr>In two or three columns</vt:lpstr>
      <vt:lpstr>A picture is worth a thousand words</vt:lpstr>
      <vt:lpstr>Big Impact Image</vt:lpstr>
      <vt:lpstr>Use diagrams to explain your ideas</vt:lpstr>
      <vt:lpstr>Data Table</vt:lpstr>
      <vt:lpstr>Process Flow</vt:lpstr>
      <vt:lpstr>Give Credit</vt:lpstr>
      <vt:lpstr>Project Timeline</vt:lpstr>
      <vt:lpstr>ROADMAP (If needed)</vt:lpstr>
      <vt:lpstr>Gantt chart (If needed)</vt:lpstr>
      <vt:lpstr>SWOT Analysis</vt:lpstr>
      <vt:lpstr>                       Business Model with Icons</vt:lpstr>
      <vt:lpstr>ACTIVITY RANKING</vt:lpstr>
      <vt:lpstr>TEAM (Used for Projects)</vt:lpstr>
      <vt:lpstr>PowerPoint Presentation</vt:lpstr>
      <vt:lpstr>Brand Logos</vt:lpstr>
      <vt:lpstr>OUR BRANDS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2</cp:revision>
  <dcterms:modified xsi:type="dcterms:W3CDTF">2026-03-24T10:37:12Z</dcterms:modified>
</cp:coreProperties>
</file>